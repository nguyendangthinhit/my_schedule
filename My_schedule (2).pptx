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_rels/.rels" ContentType="application/vnd.openxmlformats-package.relationships+xml"/>
  <Override PartName="/ppt/presentation.xml" ContentType="application/vnd.openxmlformats-officedocument.presentationml.presentation.main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slideLayouts/_rels/slideLayout12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6.xml.rels" ContentType="application/vnd.openxmlformats-package.relationship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s/_rels/slide17.xml.rels" ContentType="application/vnd.openxmlformats-package.relationships+xml"/>
  <Override PartName="/ppt/slides/_rels/slide10.xml.rels" ContentType="application/vnd.openxmlformats-package.relationships+xml"/>
  <Override PartName="/ppt/slides/_rels/slide16.xml.rels" ContentType="application/vnd.openxmlformats-package.relationships+xml"/>
  <Override PartName="/ppt/slides/_rels/slide14.xml.rels" ContentType="application/vnd.openxmlformats-package.relationships+xml"/>
  <Override PartName="/ppt/slides/_rels/slide22.xml.rels" ContentType="application/vnd.openxmlformats-package.relationships+xml"/>
  <Override PartName="/ppt/slides/_rels/slide11.xml.rels" ContentType="application/vnd.openxmlformats-package.relationships+xml"/>
  <Override PartName="/ppt/slides/_rels/slide18.xml.rels" ContentType="application/vnd.openxmlformats-package.relationships+xml"/>
  <Override PartName="/ppt/slides/_rels/slide26.xml.rels" ContentType="application/vnd.openxmlformats-package.relationships+xml"/>
  <Override PartName="/ppt/slides/_rels/slide8.xml.rels" ContentType="application/vnd.openxmlformats-package.relationships+xml"/>
  <Override PartName="/ppt/slides/_rels/slide1.xml.rels" ContentType="application/vnd.openxmlformats-package.relationships+xml"/>
  <Override PartName="/ppt/slides/_rels/slide23.xml.rels" ContentType="application/vnd.openxmlformats-package.relationships+xml"/>
  <Override PartName="/ppt/slides/_rels/slide15.xml.rels" ContentType="application/vnd.openxmlformats-package.relationships+xml"/>
  <Override PartName="/ppt/slides/_rels/slide21.xml.rels" ContentType="application/vnd.openxmlformats-package.relationships+xml"/>
  <Override PartName="/ppt/slides/_rels/slide7.xml.rels" ContentType="application/vnd.openxmlformats-package.relationships+xml"/>
  <Override PartName="/ppt/slides/_rels/slide5.xml.rels" ContentType="application/vnd.openxmlformats-package.relationships+xml"/>
  <Override PartName="/ppt/slides/_rels/slide13.xml.rels" ContentType="application/vnd.openxmlformats-package.relationships+xml"/>
  <Override PartName="/ppt/slides/_rels/slide19.xml.rels" ContentType="application/vnd.openxmlformats-package.relationships+xml"/>
  <Override PartName="/ppt/slides/_rels/slide4.xml.rels" ContentType="application/vnd.openxmlformats-package.relationships+xml"/>
  <Override PartName="/ppt/slides/_rels/slide12.xml.rels" ContentType="application/vnd.openxmlformats-package.relationships+xml"/>
  <Override PartName="/ppt/slides/_rels/slide20.xml.rels" ContentType="application/vnd.openxmlformats-package.relationships+xml"/>
  <Override PartName="/ppt/slides/_rels/slide6.xml.rels" ContentType="application/vnd.openxmlformats-package.relationships+xml"/>
  <Override PartName="/ppt/slides/_rels/slide2.xml.rels" ContentType="application/vnd.openxmlformats-package.relationships+xml"/>
  <Override PartName="/ppt/slides/_rels/slide24.xml.rels" ContentType="application/vnd.openxmlformats-package.relationships+xml"/>
  <Override PartName="/ppt/slides/_rels/slide3.xml.rels" ContentType="application/vnd.openxmlformats-package.relationships+xml"/>
  <Override PartName="/ppt/slides/_rels/slide25.xml.rels" ContentType="application/vnd.openxmlformats-package.relationships+xml"/>
  <Override PartName="/ppt/slides/_rels/slide9.xml.rels" ContentType="application/vnd.openxmlformats-package.relationships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25.xml" ContentType="application/vnd.openxmlformats-officedocument.presentationml.slide+xml"/>
  <Override PartName="/ppt/slides/slide4.xml" ContentType="application/vnd.openxmlformats-officedocument.presentationml.slide+xml"/>
  <Override PartName="/ppt/slides/slide26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20.xml" ContentType="application/vnd.openxmlformats-officedocument.presentationml.slide+xml"/>
  <Override PartName="/ppt/slides/slide7.xml" ContentType="application/vnd.openxmlformats-officedocument.presentationml.slide+xml"/>
  <Override PartName="/ppt/slides/slide21.xml" ContentType="application/vnd.openxmlformats-officedocument.presentationml.slide+xml"/>
  <Override PartName="/ppt/slides/slide10.xml" ContentType="application/vnd.openxmlformats-officedocument.presentationml.slide+xml"/>
  <Override PartName="/ppt/slides/slide8.xml" ContentType="application/vnd.openxmlformats-officedocument.presentationml.slide+xml"/>
  <Override PartName="/ppt/slides/slide22.xml" ContentType="application/vnd.openxmlformats-officedocument.presentationml.slide+xml"/>
  <Override PartName="/ppt/slides/slide9.xml" ContentType="application/vnd.openxmlformats-officedocument.presentationml.slide+xml"/>
  <Override PartName="/ppt/slides/slide11.xml" ContentType="application/vnd.openxmlformats-officedocument.presentationml.slide+xml"/>
  <Override PartName="/ppt/slides/slide23.xml" ContentType="application/vnd.openxmlformats-officedocument.presentationml.slide+xml"/>
  <Override PartName="/ppt/slides/slide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_rels/presentation.xml.rels" ContentType="application/vnd.openxmlformats-package.relationships+xml"/>
  <Override PartName="/ppt/media/image220.png" ContentType="image/png"/>
  <Override PartName="/ppt/media/image142.png" ContentType="image/png"/>
  <Override PartName="/ppt/media/image36.png" ContentType="image/png"/>
  <Override PartName="/ppt/media/image205.png" ContentType="image/png"/>
  <Override PartName="/ppt/media/image221.png" ContentType="image/png"/>
  <Override PartName="/ppt/media/image143.png" ContentType="image/png"/>
  <Override PartName="/ppt/media/image270.png" ContentType="image/png"/>
  <Override PartName="/ppt/media/image37.png" ContentType="image/png"/>
  <Override PartName="/ppt/media/image206.png" ContentType="image/png"/>
  <Override PartName="/ppt/media/image222.png" ContentType="image/png"/>
  <Override PartName="/ppt/media/image1.png" ContentType="image/png"/>
  <Override PartName="/ppt/media/image144.png" ContentType="image/png"/>
  <Override PartName="/ppt/media/image271.png" ContentType="image/png"/>
  <Override PartName="/ppt/media/image54.png" ContentType="image/png"/>
  <Override PartName="/ppt/media/image223.png" ContentType="image/png"/>
  <Override PartName="/ppt/media/image2.png" ContentType="image/png"/>
  <Override PartName="/ppt/media/image145.png" ContentType="image/png"/>
  <Override PartName="/ppt/media/image272.png" ContentType="image/png"/>
  <Override PartName="/ppt/media/image56.png" ContentType="image/png"/>
  <Override PartName="/ppt/media/image225.png" ContentType="image/png"/>
  <Override PartName="/ppt/media/image4.png" ContentType="image/png"/>
  <Override PartName="/ppt/media/image147.png" ContentType="image/png"/>
  <Override PartName="/ppt/media/image51.png" ContentType="image/png"/>
  <Override PartName="/ppt/media/image274.png" ContentType="image/png"/>
  <Override PartName="/ppt/media/image8.png" ContentType="image/png"/>
  <Override PartName="/ppt/media/image441.png" ContentType="image/png"/>
  <Override PartName="/ppt/media/image58.png" ContentType="image/png"/>
  <Override PartName="/ppt/media/image227.png" ContentType="image/png"/>
  <Override PartName="/ppt/media/image6.png" ContentType="image/png"/>
  <Override PartName="/ppt/media/image149.png" ContentType="image/png"/>
  <Override PartName="/ppt/media/image53.png" ContentType="image/png"/>
  <Override PartName="/ppt/media/image276.png" ContentType="image/png"/>
  <Override PartName="/ppt/media/image9.png" ContentType="image/png"/>
  <Override PartName="/ppt/media/image442.png" ContentType="image/png"/>
  <Override PartName="/ppt/media/image59.png" ContentType="image/png"/>
  <Override PartName="/ppt/media/image228.png" ContentType="image/png"/>
  <Override PartName="/ppt/media/image7.png" ContentType="image/png"/>
  <Override PartName="/ppt/media/image440.png" ContentType="image/png"/>
  <Override PartName="/ppt/media/image24.png" ContentType="image/png"/>
  <Override PartName="/ppt/media/image101.png" ContentType="image/png"/>
  <Override PartName="/ppt/media/image69.png" ContentType="image/png"/>
  <Override PartName="/ppt/media/image238.png" ContentType="image/png"/>
  <Override PartName="/ppt/media/image14.png" ContentType="image/png"/>
  <Override PartName="/ppt/media/image15.png" ContentType="image/png"/>
  <Override PartName="/ppt/media/image181.png" ContentType="image/png"/>
  <Override PartName="/ppt/media/image39.png" ContentType="image/png"/>
  <Override PartName="/ppt/media/image208.png" ContentType="image/png"/>
  <Override PartName="/ppt/media/image16.png" ContentType="image/png"/>
  <Override PartName="/ppt/media/image17.png" ContentType="image/png"/>
  <Override PartName="/ppt/media/image183.png" ContentType="image/png"/>
  <Override PartName="/ppt/media/image184.png" ContentType="image/png"/>
  <Override PartName="/ppt/media/image185.png" ContentType="image/png"/>
  <Override PartName="/ppt/media/image79.png" ContentType="image/png"/>
  <Override PartName="/ppt/media/image248.png" ContentType="image/png"/>
  <Override PartName="/ppt/media/image57.png" ContentType="image/png"/>
  <Override PartName="/ppt/media/image226.png" ContentType="image/png"/>
  <Override PartName="/ppt/media/image52.png" ContentType="image/png"/>
  <Override PartName="/ppt/media/image148.png" ContentType="image/png"/>
  <Override PartName="/ppt/media/image275.png" ContentType="image/png"/>
  <Override PartName="/ppt/media/image55.png" ContentType="image/png"/>
  <Override PartName="/ppt/media/image224.png" ContentType="image/png"/>
  <Override PartName="/ppt/media/image25.png" ContentType="image/png"/>
  <Override PartName="/ppt/media/image26.png" ContentType="image/png"/>
  <Override PartName="/ppt/media/image27.png" ContentType="image/png"/>
  <Override PartName="/ppt/media/image121.png" ContentType="image/png"/>
  <Override PartName="/ppt/media/image89.png" ContentType="image/png"/>
  <Override PartName="/ppt/media/image258.png" ContentType="image/png"/>
  <Override PartName="/ppt/media/image34.png" ContentType="image/png"/>
  <Override PartName="/ppt/media/image203.png" ContentType="image/png"/>
  <Override PartName="/ppt/media/image35.png" ContentType="image/png"/>
  <Override PartName="/ppt/media/image204.png" ContentType="image/png"/>
  <Override PartName="/ppt/media/image131.png" ContentType="image/png"/>
  <Override PartName="/ppt/media/image44.png" ContentType="image/png"/>
  <Override PartName="/ppt/media/image213.png" ContentType="image/png"/>
  <Override PartName="/ppt/media/image45.png" ContentType="image/png"/>
  <Override PartName="/ppt/media/image214.png" ContentType="image/png"/>
  <Override PartName="/ppt/media/image40.png" ContentType="image/png"/>
  <Override PartName="/ppt/media/image136.png" ContentType="image/png"/>
  <Override PartName="/ppt/media/image94.png" ContentType="image/png"/>
  <Override PartName="/ppt/media/image263.png" ContentType="image/png"/>
  <Override PartName="/ppt/media/image46.png" ContentType="image/png"/>
  <Override PartName="/ppt/media/image215.png" ContentType="image/png"/>
  <Override PartName="/ppt/media/image47.png" ContentType="image/png"/>
  <Override PartName="/ppt/media/image216.png" ContentType="image/png"/>
  <Override PartName="/ppt/media/image146.png" ContentType="image/png"/>
  <Override PartName="/ppt/media/image50.png" ContentType="image/png"/>
  <Override PartName="/ppt/media/image273.png" ContentType="image/png"/>
  <Override PartName="/ppt/media/image141.png" ContentType="image/png"/>
  <Override PartName="/ppt/media/image151.png" ContentType="image/png"/>
  <Override PartName="/ppt/media/image152.png" ContentType="image/png"/>
  <Override PartName="/ppt/media/image153.png" ContentType="image/png"/>
  <Override PartName="/ppt/media/image280.png" ContentType="image/png"/>
  <Override PartName="/ppt/media/image154.png" ContentType="image/png"/>
  <Override PartName="/ppt/media/image281.png" ContentType="image/png"/>
  <Override PartName="/ppt/media/image106.png" ContentType="image/png"/>
  <Override PartName="/ppt/media/image10.png" ContentType="image/png"/>
  <Override PartName="/ppt/media/image64.png" ContentType="image/png"/>
  <Override PartName="/ppt/media/image233.png" ContentType="image/png"/>
  <Override PartName="/ppt/media/image155.png" ContentType="image/png"/>
  <Override PartName="/ppt/media/image282.png" ContentType="image/png"/>
  <Override PartName="/ppt/media/image107.png" ContentType="image/png"/>
  <Override PartName="/ppt/media/image11.png" ContentType="image/png"/>
  <Override PartName="/ppt/media/image65.png" ContentType="image/png"/>
  <Override PartName="/ppt/media/image234.png" ContentType="image/png"/>
  <Override PartName="/ppt/media/image60.png" ContentType="image/png"/>
  <Override PartName="/ppt/media/image156.png" ContentType="image/png"/>
  <Override PartName="/ppt/media/image283.png" ContentType="image/png"/>
  <Override PartName="/ppt/media/image108.png" ContentType="image/png"/>
  <Override PartName="/ppt/media/image12.png" ContentType="image/png"/>
  <Override PartName="/ppt/media/image66.png" ContentType="image/png"/>
  <Override PartName="/ppt/media/image235.png" ContentType="image/png"/>
  <Override PartName="/ppt/media/image61.png" ContentType="image/png"/>
  <Override PartName="/ppt/media/image157.png" ContentType="image/png"/>
  <Override PartName="/ppt/media/image284.png" ContentType="image/png"/>
  <Override PartName="/ppt/media/image109.png" ContentType="image/png"/>
  <Override PartName="/ppt/media/image13.png" ContentType="image/png"/>
  <Override PartName="/ppt/media/image67.png" ContentType="image/png"/>
  <Override PartName="/ppt/media/image236.png" ContentType="image/png"/>
  <Override PartName="/ppt/media/image62.png" ContentType="image/png"/>
  <Override PartName="/ppt/media/image158.png" ContentType="image/png"/>
  <Override PartName="/ppt/media/image285.png" ContentType="image/png"/>
  <Override PartName="/ppt/media/image68.png" ContentType="image/png"/>
  <Override PartName="/ppt/media/image237.png" ContentType="image/png"/>
  <Override PartName="/ppt/media/image63.png" ContentType="image/png"/>
  <Override PartName="/ppt/media/image159.png" ContentType="image/png"/>
  <Override PartName="/ppt/media/image286.png" ContentType="image/png"/>
  <Override PartName="/ppt/media/image161.png" ContentType="image/png"/>
  <Override PartName="/ppt/media/image19.png" ContentType="image/png"/>
  <Override PartName="/ppt/media/image162.png" ContentType="image/png"/>
  <Override PartName="/ppt/media/image163.png" ContentType="image/png"/>
  <Override PartName="/ppt/media/image290.png" ContentType="image/png"/>
  <Override PartName="/ppt/media/image164.png" ContentType="image/png"/>
  <Override PartName="/ppt/media/image291.png" ContentType="image/png"/>
  <Override PartName="/ppt/media/image116.png" ContentType="image/png"/>
  <Override PartName="/ppt/media/image20.png" ContentType="image/png"/>
  <Override PartName="/ppt/media/image165.png" ContentType="image/png"/>
  <Override PartName="/ppt/media/image292.png" ContentType="image/png"/>
  <Override PartName="/ppt/media/image117.png" ContentType="image/png"/>
  <Override PartName="/ppt/media/image21.png" ContentType="image/png"/>
  <Override PartName="/ppt/media/image70.png" ContentType="image/png"/>
  <Override PartName="/ppt/media/image166.png" ContentType="image/png"/>
  <Override PartName="/ppt/media/image293.png" ContentType="image/png"/>
  <Override PartName="/ppt/media/image118.png" ContentType="image/png"/>
  <Override PartName="/ppt/media/image22.png" ContentType="image/png"/>
  <Override PartName="/ppt/media/image71.png" ContentType="image/png"/>
  <Override PartName="/ppt/media/image167.png" ContentType="image/png"/>
  <Override PartName="/ppt/media/image294.png" ContentType="image/png"/>
  <Override PartName="/ppt/media/image119.png" ContentType="image/png"/>
  <Override PartName="/ppt/media/image23.png" ContentType="image/png"/>
  <Override PartName="/ppt/media/image72.png" ContentType="image/png"/>
  <Override PartName="/ppt/media/image168.png" ContentType="image/png"/>
  <Override PartName="/ppt/media/image295.png" ContentType="image/png"/>
  <Override PartName="/ppt/media/image78.png" ContentType="image/png"/>
  <Override PartName="/ppt/media/image247.png" ContentType="image/png"/>
  <Override PartName="/ppt/media/image73.png" ContentType="image/png"/>
  <Override PartName="/ppt/media/image169.png" ContentType="image/png"/>
  <Override PartName="/ppt/media/image296.png" ContentType="image/png"/>
  <Override PartName="/ppt/media/image171.png" ContentType="image/png"/>
  <Override PartName="/ppt/media/image29.png" ContentType="image/png"/>
  <Override PartName="/ppt/media/image172.png" ContentType="image/png"/>
  <Override PartName="/ppt/media/image173.png" ContentType="image/png"/>
  <Override PartName="/ppt/media/image174.png" ContentType="image/png"/>
  <Override PartName="/ppt/media/image126.png" ContentType="image/png"/>
  <Override PartName="/ppt/media/image30.png" ContentType="image/png"/>
  <Override PartName="/ppt/media/image175.png" ContentType="image/png"/>
  <Override PartName="/ppt/media/image200.png" ContentType="image/png"/>
  <Override PartName="/ppt/media/image127.png" ContentType="image/png"/>
  <Override PartName="/ppt/media/image31.png" ContentType="image/png"/>
  <Override PartName="/ppt/media/image80.png" ContentType="image/png"/>
  <Override PartName="/ppt/media/image176.png" ContentType="image/png"/>
  <Override PartName="/ppt/media/image122.png" ContentType="image/png"/>
  <Override PartName="/ppt/media/image201.png" ContentType="image/png"/>
  <Override PartName="/ppt/media/image128.png" ContentType="image/png"/>
  <Override PartName="/ppt/media/image32.png" ContentType="image/png"/>
  <Override PartName="/ppt/media/image86.png" ContentType="image/png"/>
  <Override PartName="/ppt/media/image255.png" ContentType="image/png"/>
  <Override PartName="/ppt/media/image398.png" ContentType="image/png"/>
  <Override PartName="/ppt/media/image81.png" ContentType="image/png"/>
  <Override PartName="/ppt/media/image177.png" ContentType="image/png"/>
  <Override PartName="/ppt/media/image202.png" ContentType="image/png"/>
  <Override PartName="/ppt/media/image129.png" ContentType="image/png"/>
  <Override PartName="/ppt/media/image33.png" ContentType="image/png"/>
  <Override PartName="/ppt/media/image87.png" ContentType="image/png"/>
  <Override PartName="/ppt/media/image256.png" ContentType="image/png"/>
  <Override PartName="/ppt/media/image399.png" ContentType="image/png"/>
  <Override PartName="/ppt/media/image82.png" ContentType="image/png"/>
  <Override PartName="/ppt/media/image178.png" ContentType="image/png"/>
  <Override PartName="/ppt/media/image88.png" ContentType="image/png"/>
  <Override PartName="/ppt/media/image257.png" ContentType="image/png"/>
  <Override PartName="/ppt/media/image83.png" ContentType="image/png"/>
  <Override PartName="/ppt/media/image179.png" ContentType="image/png"/>
  <Override PartName="/ppt/media/image210.png" ContentType="image/png"/>
  <Override PartName="/ppt/media/image137.png" ContentType="image/png"/>
  <Override PartName="/ppt/media/image41.png" ContentType="image/png"/>
  <Override PartName="/ppt/media/image95.png" ContentType="image/png"/>
  <Override PartName="/ppt/media/image264.png" ContentType="image/png"/>
  <Override PartName="/ppt/media/image90.png" ContentType="image/png"/>
  <Override PartName="/ppt/media/image186.png" ContentType="image/png"/>
  <Override PartName="/ppt/media/image132.png" ContentType="image/png"/>
  <Override PartName="/ppt/media/image211.png" ContentType="image/png"/>
  <Override PartName="/ppt/media/image138.png" ContentType="image/png"/>
  <Override PartName="/ppt/media/image42.png" ContentType="image/png"/>
  <Override PartName="/ppt/media/image96.png" ContentType="image/png"/>
  <Override PartName="/ppt/media/image265.png" ContentType="image/png"/>
  <Override PartName="/ppt/media/image91.png" ContentType="image/png"/>
  <Override PartName="/ppt/media/image187.png" ContentType="image/png"/>
  <Override PartName="/ppt/media/image133.png" ContentType="image/png"/>
  <Override PartName="/ppt/media/image260.png" ContentType="image/png"/>
  <Override PartName="/ppt/media/image212.png" ContentType="image/png"/>
  <Override PartName="/ppt/media/image139.png" ContentType="image/png"/>
  <Override PartName="/ppt/media/image43.png" ContentType="image/png"/>
  <Override PartName="/ppt/media/image97.png" ContentType="image/png"/>
  <Override PartName="/ppt/media/image266.png" ContentType="image/png"/>
  <Override PartName="/ppt/media/image92.png" ContentType="image/png"/>
  <Override PartName="/ppt/media/image188.png" ContentType="image/png"/>
  <Override PartName="/ppt/media/image134.png" ContentType="image/png"/>
  <Override PartName="/ppt/media/image261.png" ContentType="image/png"/>
  <Override PartName="/ppt/media/image98.png" ContentType="image/png"/>
  <Override PartName="/ppt/media/image267.png" ContentType="image/png"/>
  <Override PartName="/ppt/media/image93.png" ContentType="image/png"/>
  <Override PartName="/ppt/media/image189.png" ContentType="image/png"/>
  <Override PartName="/ppt/media/image268.png" ContentType="image/png"/>
  <Override PartName="/ppt/media/image99.png" ContentType="image/png"/>
  <Override PartName="/ppt/media/image424.png" ContentType="image/png"/>
  <Override PartName="/ppt/media/image100.png" ContentType="image/png"/>
  <Override PartName="/ppt/media/image434.png" ContentType="image/png"/>
  <Override PartName="/ppt/media/image110.png" ContentType="image/png"/>
  <Override PartName="/ppt/media/image120.png" ContentType="image/png"/>
  <Override PartName="/ppt/media/image239.png" ContentType="image/png"/>
  <Override PartName="/ppt/media/image180.png" ContentType="image/png"/>
  <Override PartName="/ppt/media/image38.png" ContentType="image/png"/>
  <Override PartName="/ppt/media/image207.png" ContentType="image/png"/>
  <Override PartName="/ppt/media/image403.png" ContentType="image/png"/>
  <Override PartName="/ppt/media/image199.png" ContentType="image/png"/>
  <Override PartName="/ppt/media/image277.png" ContentType="image/png"/>
  <Override PartName="/ppt/media/image278.png" ContentType="image/png"/>
  <Override PartName="/ppt/media/image279.png" ContentType="image/png"/>
  <Override PartName="/ppt/media/image218.png" ContentType="image/png"/>
  <Override PartName="/ppt/media/image191.png" ContentType="image/png"/>
  <Override PartName="/ppt/media/image49.png" ContentType="image/png"/>
  <Override PartName="/ppt/media/image287.png" ContentType="image/png"/>
  <Override PartName="/ppt/media/image288.png" ContentType="image/png"/>
  <Override PartName="/ppt/media/image289.png" ContentType="image/png"/>
  <Override PartName="/ppt/media/image297.png" ContentType="image/png"/>
  <Override PartName="/ppt/media/image298.png" ContentType="image/png"/>
  <Override PartName="/ppt/media/image299.png" ContentType="image/png"/>
  <Override PartName="/ppt/media/image300.png" ContentType="image/png"/>
  <Override PartName="/ppt/media/image209.png" ContentType="image/png"/>
  <Override PartName="/ppt/media/image150.png" ContentType="image/png"/>
  <Override PartName="/ppt/media/image301.png" ContentType="image/png"/>
  <Override PartName="/ppt/media/image302.png" ContentType="image/png"/>
  <Override PartName="/ppt/media/image303.png" ContentType="image/png"/>
  <Override PartName="/ppt/media/image304.png" ContentType="image/png"/>
  <Override PartName="/ppt/media/image305.png" ContentType="image/png"/>
  <Override PartName="/ppt/media/image306.png" ContentType="image/png"/>
  <Override PartName="/ppt/media/image307.png" ContentType="image/png"/>
  <Override PartName="/ppt/media/image308.png" ContentType="image/png"/>
  <Override PartName="/ppt/media/image309.png" ContentType="image/png"/>
  <Override PartName="/ppt/media/image182.png" ContentType="image/png"/>
  <Override PartName="/ppt/media/image310.png" ContentType="image/png"/>
  <Override PartName="/ppt/media/image18.png" ContentType="image/png"/>
  <Override PartName="/ppt/media/image219.png" ContentType="image/png"/>
  <Override PartName="/ppt/media/image160.png" ContentType="image/png"/>
  <Override PartName="/ppt/media/image311.png" ContentType="image/png"/>
  <Override PartName="/ppt/media/image312.png" ContentType="image/png"/>
  <Override PartName="/ppt/media/image313.png" ContentType="image/png"/>
  <Override PartName="/ppt/media/image314.png" ContentType="image/png"/>
  <Override PartName="/ppt/media/image315.png" ContentType="image/png"/>
  <Override PartName="/ppt/media/image316.png" ContentType="image/png"/>
  <Override PartName="/ppt/media/image317.png" ContentType="image/png"/>
  <Override PartName="/ppt/media/image318.png" ContentType="image/png"/>
  <Override PartName="/ppt/media/image319.png" ContentType="image/png"/>
  <Override PartName="/ppt/media/image327.png" ContentType="image/png"/>
  <Override PartName="/ppt/media/image328.png" ContentType="image/png"/>
  <Override PartName="/ppt/media/image329.png" ContentType="image/png"/>
  <Override PartName="/ppt/media/image337.png" ContentType="image/png"/>
  <Override PartName="/ppt/media/image338.png" ContentType="image/png"/>
  <Override PartName="/ppt/media/image339.png" ContentType="image/png"/>
  <Override PartName="/ppt/media/image340.png" ContentType="image/png"/>
  <Override PartName="/ppt/media/image217.png" ContentType="image/png"/>
  <Override PartName="/ppt/media/image48.png" ContentType="image/png"/>
  <Override PartName="/ppt/media/image249.png" ContentType="image/png"/>
  <Override PartName="/ppt/media/image190.png" ContentType="image/png"/>
  <Override PartName="/ppt/media/image341.png" ContentType="image/png"/>
  <Override PartName="/ppt/media/image342.png" ContentType="image/png"/>
  <Override PartName="/ppt/media/image192.png" ContentType="image/png"/>
  <Override PartName="/ppt/media/image343.png" ContentType="image/png"/>
  <Override PartName="/ppt/media/image193.png" ContentType="image/png"/>
  <Override PartName="/ppt/media/image344.png" ContentType="image/png"/>
  <Override PartName="/ppt/media/image194.png" ContentType="image/png"/>
  <Override PartName="/ppt/media/image345.png" ContentType="image/png"/>
  <Override PartName="/ppt/media/image195.png" ContentType="image/png"/>
  <Override PartName="/ppt/media/image346.png" ContentType="image/png"/>
  <Override PartName="/ppt/media/image400.png" ContentType="image/png"/>
  <Override PartName="/ppt/media/image196.png" ContentType="image/png"/>
  <Override PartName="/ppt/media/image347.png" ContentType="image/png"/>
  <Override PartName="/ppt/media/image401.png" ContentType="image/png"/>
  <Override PartName="/ppt/media/image197.png" ContentType="image/png"/>
  <Override PartName="/ppt/media/image348.png" ContentType="image/png"/>
  <Override PartName="/ppt/media/image402.png" ContentType="image/png"/>
  <Override PartName="/ppt/media/image198.png" ContentType="image/png"/>
  <Override PartName="/ppt/media/image349.png" ContentType="image/png"/>
  <Override PartName="/ppt/media/image350.png" ContentType="image/png"/>
  <Override PartName="/ppt/media/image409.png" ContentType="image/png"/>
  <Override PartName="/ppt/media/image351.png" ContentType="image/png"/>
  <Override PartName="/ppt/media/image352.png" ContentType="image/png"/>
  <Override PartName="/ppt/media/image353.png" ContentType="image/png"/>
  <Override PartName="/ppt/media/image259.png" ContentType="image/png"/>
  <Override PartName="/ppt/media/image419.png" ContentType="image/png"/>
  <Override PartName="/ppt/media/image360.png" ContentType="image/png"/>
  <Override PartName="/ppt/media/image5.png" ContentType="image/png"/>
  <Override PartName="/ppt/media/image361.png" ContentType="image/png"/>
  <Override PartName="/ppt/media/image362.png" ContentType="image/png"/>
  <Override PartName="/ppt/media/image130.png" ContentType="image/png"/>
  <Override PartName="/ppt/media/image380.png" ContentType="image/png"/>
  <Override PartName="/ppt/media/image381.png" ContentType="image/png"/>
  <Override PartName="/ppt/media/image382.png" ContentType="image/png"/>
  <Override PartName="/ppt/media/image240.png" ContentType="image/png"/>
  <Override PartName="/ppt/media/image383.png" ContentType="image/png"/>
  <Override PartName="/ppt/media/image113.png" ContentType="image/png"/>
  <Override PartName="/ppt/media/image437.png" ContentType="image/png"/>
  <Override PartName="/ppt/media/image241.png" ContentType="image/png"/>
  <Override PartName="/ppt/media/image384.png" ContentType="image/png"/>
  <Override PartName="/ppt/media/image114.png" ContentType="image/png"/>
  <Override PartName="/ppt/media/image438.png" ContentType="image/png"/>
  <Override PartName="/ppt/media/image242.png" ContentType="image/png"/>
  <Override PartName="/ppt/media/image385.png" ContentType="image/png"/>
  <Override PartName="/ppt/media/image115.png" ContentType="image/png"/>
  <Override PartName="/ppt/media/image439.png" ContentType="image/png"/>
  <Override PartName="/ppt/media/image74.png" ContentType="image/png"/>
  <Override PartName="/ppt/media/image386.png" ContentType="image/png"/>
  <Override PartName="/ppt/media/image243.png" ContentType="image/png"/>
  <Override PartName="/ppt/media/image75.png" ContentType="image/png"/>
  <Override PartName="/ppt/media/image387.png" ContentType="image/png"/>
  <Override PartName="/ppt/media/image244.png" ContentType="image/png"/>
  <Override PartName="/ppt/media/image76.png" ContentType="image/png"/>
  <Override PartName="/ppt/media/image388.png" ContentType="image/png"/>
  <Override PartName="/ppt/media/image245.png" ContentType="image/png"/>
  <Override PartName="/ppt/media/image77.png" ContentType="image/png"/>
  <Override PartName="/ppt/media/image389.png" ContentType="image/png"/>
  <Override PartName="/ppt/media/image246.png" ContentType="image/png"/>
  <Override PartName="/ppt/media/image354.png" ContentType="image/png"/>
  <Override PartName="/ppt/media/image140.png" ContentType="image/png"/>
  <Override PartName="/ppt/media/image390.png" ContentType="image/png"/>
  <Override PartName="/ppt/media/image355.png" ContentType="image/png"/>
  <Override PartName="/ppt/media/image391.png" ContentType="image/png"/>
  <Override PartName="/ppt/media/image356.png" ContentType="image/png"/>
  <Override PartName="/ppt/media/image392.png" ContentType="image/png"/>
  <Override PartName="/ppt/media/image357.png" ContentType="image/png"/>
  <Override PartName="/ppt/media/image250.png" ContentType="image/png"/>
  <Override PartName="/ppt/media/image393.png" ContentType="image/png"/>
  <Override PartName="/ppt/media/image123.png" ContentType="image/png"/>
  <Override PartName="/ppt/media/image358.png" ContentType="image/png"/>
  <Override PartName="/ppt/media/image251.png" ContentType="image/png"/>
  <Override PartName="/ppt/media/image394.png" ContentType="image/png"/>
  <Override PartName="/ppt/media/image124.png" ContentType="image/png"/>
  <Override PartName="/ppt/media/image359.png" ContentType="image/png"/>
  <Override PartName="/ppt/media/image252.png" ContentType="image/png"/>
  <Override PartName="/ppt/media/image395.png" ContentType="image/png"/>
  <Override PartName="/ppt/media/image125.png" ContentType="image/png"/>
  <Override PartName="/ppt/media/image410.png" ContentType="image/png"/>
  <Override PartName="/ppt/media/image253.png" ContentType="image/png"/>
  <Override PartName="/ppt/media/image396.png" ContentType="image/png"/>
  <Override PartName="/ppt/media/image269.png" ContentType="image/png"/>
  <Override PartName="/ppt/media/image370.png" ContentType="image/png"/>
  <Override PartName="/ppt/media/image84.png" ContentType="image/png"/>
  <Override PartName="/ppt/media/image404.png" ContentType="image/png"/>
  <Override PartName="/ppt/media/image411.png" ContentType="image/png"/>
  <Override PartName="/ppt/media/image254.png" ContentType="image/png"/>
  <Override PartName="/ppt/media/image397.png" ContentType="image/png"/>
  <Override PartName="/ppt/media/image371.png" ContentType="image/png"/>
  <Override PartName="/ppt/media/image85.png" ContentType="image/png"/>
  <Override PartName="/ppt/media/image405.png" ContentType="image/png"/>
  <Override PartName="/ppt/media/image372.png" ContentType="image/png"/>
  <Override PartName="/ppt/media/image406.png" ContentType="image/png"/>
  <Override PartName="/ppt/media/image373.png" ContentType="image/png"/>
  <Override PartName="/ppt/media/image430.png" ContentType="image/png"/>
  <Override PartName="/ppt/media/image407.png" ContentType="image/png"/>
  <Override PartName="/ppt/media/image374.png" ContentType="image/png"/>
  <Override PartName="/ppt/media/image431.png" ContentType="image/png"/>
  <Override PartName="/ppt/media/image408.png" ContentType="image/png"/>
  <Override PartName="/ppt/media/image412.png" ContentType="image/png"/>
  <Override PartName="/ppt/media/image413.png" ContentType="image/png"/>
  <Override PartName="/ppt/media/image414.png" ContentType="image/png"/>
  <Override PartName="/ppt/media/image415.png" ContentType="image/png"/>
  <Override PartName="/ppt/media/image364.png" ContentType="image/png"/>
  <Override PartName="/ppt/media/image421.png" ContentType="image/png"/>
  <Override PartName="/ppt/media/image365.png" ContentType="image/png"/>
  <Override PartName="/ppt/media/image422.png" ContentType="image/png"/>
  <Override PartName="/ppt/media/image366.png" ContentType="image/png"/>
  <Override PartName="/ppt/media/image320.png" ContentType="image/png"/>
  <Override PartName="/ppt/media/image423.png" ContentType="image/png"/>
  <Override PartName="/ppt/media/image367.png" ContentType="image/png"/>
  <Override PartName="/ppt/media/image28.png" ContentType="image/png"/>
  <Override PartName="/ppt/media/image229.png" ContentType="image/png"/>
  <Override PartName="/ppt/media/image170.png" ContentType="image/png"/>
  <Override PartName="/ppt/media/image321.png" ContentType="image/png"/>
  <Override PartName="/ppt/media/image368.png" ContentType="image/png"/>
  <Override PartName="/ppt/media/image322.png" ContentType="image/png"/>
  <Override PartName="/ppt/media/image425.png" ContentType="image/png"/>
  <Override PartName="/ppt/media/image369.png" ContentType="image/png"/>
  <Override PartName="/ppt/media/image323.png" ContentType="image/png"/>
  <Override PartName="/ppt/media/image102.png" ContentType="image/png"/>
  <Override PartName="/ppt/media/image426.png" ContentType="image/png"/>
  <Override PartName="/ppt/media/image324.png" ContentType="image/png"/>
  <Override PartName="/ppt/media/image103.png" ContentType="image/png"/>
  <Override PartName="/ppt/media/image230.png" ContentType="image/png"/>
  <Override PartName="/ppt/media/image427.png" ContentType="image/png"/>
  <Override PartName="/ppt/media/image325.png" ContentType="image/png"/>
  <Override PartName="/ppt/media/image104.png" ContentType="image/png"/>
  <Override PartName="/ppt/media/image231.png" ContentType="image/png"/>
  <Override PartName="/ppt/media/image428.png" ContentType="image/png"/>
  <Override PartName="/ppt/media/image416.png" ContentType="image/png"/>
  <Override PartName="/ppt/media/image375.png" ContentType="image/png"/>
  <Override PartName="/ppt/media/image432.png" ContentType="image/png"/>
  <Override PartName="/ppt/media/image3.png" ContentType="image/png"/>
  <Override PartName="/ppt/media/image417.png" ContentType="image/png"/>
  <Override PartName="/ppt/media/image376.png" ContentType="image/png"/>
  <Override PartName="/ppt/media/image330.png" ContentType="image/png"/>
  <Override PartName="/ppt/media/image433.png" ContentType="image/png"/>
  <Override PartName="/ppt/media/image418.png" ContentType="image/png"/>
  <Override PartName="/ppt/media/image377.png" ContentType="image/png"/>
  <Override PartName="/ppt/media/image331.png" ContentType="image/png"/>
  <Override PartName="/ppt/media/image326.png" ContentType="image/png"/>
  <Override PartName="/ppt/media/image105.png" ContentType="image/png"/>
  <Override PartName="/ppt/media/image232.png" ContentType="image/png"/>
  <Override PartName="/ppt/media/image429.png" ContentType="image/png"/>
  <Override PartName="/ppt/media/image378.png" ContentType="image/png"/>
  <Override PartName="/ppt/media/image332.png" ContentType="image/png"/>
  <Override PartName="/ppt/media/image111.png" ContentType="image/png"/>
  <Override PartName="/ppt/media/image435.png" ContentType="image/png"/>
  <Override PartName="/ppt/media/image420.png" ContentType="image/png"/>
  <Override PartName="/ppt/media/image379.png" ContentType="image/png"/>
  <Override PartName="/ppt/media/image333.png" ContentType="image/png"/>
  <Override PartName="/ppt/media/image112.png" ContentType="image/png"/>
  <Override PartName="/ppt/media/image436.png" ContentType="image/png"/>
  <Override PartName="/ppt/media/image334.png" ContentType="image/png"/>
  <Override PartName="/ppt/media/image135.png" ContentType="image/png"/>
  <Override PartName="/ppt/media/image262.png" ContentType="image/png"/>
  <Override PartName="/ppt/media/image335.png" ContentType="image/png"/>
  <Override PartName="/ppt/media/image363.png" ContentType="image/png"/>
  <Override PartName="/ppt/media/image336.png" ContentType="image/png"/>
  <Override PartName="/ppt/presProps.xml" ContentType="application/vnd.openxmlformats-officedocument.presentationml.presProps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</p:sldIdLst>
  <p:sldSz cx="18288000" cy="10287000"/>
  <p:notesSz cx="7559675" cy="10691813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slide" Target="slides/slide12.xml"/><Relationship Id="rId15" Type="http://schemas.openxmlformats.org/officeDocument/2006/relationships/slide" Target="slides/slide13.xml"/><Relationship Id="rId16" Type="http://schemas.openxmlformats.org/officeDocument/2006/relationships/slide" Target="slides/slide14.xml"/><Relationship Id="rId17" Type="http://schemas.openxmlformats.org/officeDocument/2006/relationships/slide" Target="slides/slide15.xml"/><Relationship Id="rId18" Type="http://schemas.openxmlformats.org/officeDocument/2006/relationships/slide" Target="slides/slide16.xml"/><Relationship Id="rId19" Type="http://schemas.openxmlformats.org/officeDocument/2006/relationships/slide" Target="slides/slide17.xml"/><Relationship Id="rId20" Type="http://schemas.openxmlformats.org/officeDocument/2006/relationships/slide" Target="slides/slide18.xml"/><Relationship Id="rId21" Type="http://schemas.openxmlformats.org/officeDocument/2006/relationships/slide" Target="slides/slide19.xml"/><Relationship Id="rId22" Type="http://schemas.openxmlformats.org/officeDocument/2006/relationships/slide" Target="slides/slide20.xml"/><Relationship Id="rId23" Type="http://schemas.openxmlformats.org/officeDocument/2006/relationships/slide" Target="slides/slide21.xml"/><Relationship Id="rId24" Type="http://schemas.openxmlformats.org/officeDocument/2006/relationships/slide" Target="slides/slide22.xml"/><Relationship Id="rId25" Type="http://schemas.openxmlformats.org/officeDocument/2006/relationships/slide" Target="slides/slide23.xml"/><Relationship Id="rId26" Type="http://schemas.openxmlformats.org/officeDocument/2006/relationships/slide" Target="slides/slide24.xml"/><Relationship Id="rId27" Type="http://schemas.openxmlformats.org/officeDocument/2006/relationships/slide" Target="slides/slide25.xml"/><Relationship Id="rId28" Type="http://schemas.openxmlformats.org/officeDocument/2006/relationships/slide" Target="slides/slide26.xml"/><Relationship Id="rId29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2E493D64-55F3-47F2-92C2-9C2377F29CDA}" type="slidenum">
              <a:t>&lt;#&gt;</a:t>
            </a:fld>
          </a:p>
        </p:txBody>
      </p:sp>
      <p:sp>
        <p:nvSpPr>
          <p:cNvPr id="4" name="PlaceHolder 3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2"/>
          <p:cNvSpPr>
            <a:spLocks noGrp="1"/>
          </p:cNvSpPr>
          <p:nvPr>
            <p:ph type="subTitle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pPr algn="ctr">
              <a:buNone/>
            </a:pPr>
            <a:endParaRPr b="0" lang="vi-VN" sz="3200" spc="-1" strike="noStrike">
              <a:latin typeface="Noto Sans CJK SC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E40763F-7D8A-42E5-9344-3E9E2AAC3F39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8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98F6126-F311-4387-B1B2-8F08EB5C997D}" type="slidenum">
              <a:t>&lt;#&gt;</a:t>
            </a:fld>
          </a:p>
        </p:txBody>
      </p:sp>
      <p:sp>
        <p:nvSpPr>
          <p:cNvPr id="6" name="PlaceHolder 5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3D0FAD-5E91-44D8-A2DD-F96C8781F82F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A52605B-2689-433C-96C6-4A5AB777C982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subTitle"/>
          </p:nvPr>
        </p:nvSpPr>
        <p:spPr>
          <a:xfrm>
            <a:off x="914400" y="410400"/>
            <a:ext cx="16458840" cy="7962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pPr algn="ctr">
              <a:buNone/>
            </a:pPr>
            <a:endParaRPr b="0" lang="vi-VN" sz="3200" spc="-1" strike="noStrike">
              <a:latin typeface="Noto Sans CJK SC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D6A40FA2-6063-4276-A217-4165189377CE}" type="slidenum">
              <a:t>&lt;#&gt;</a:t>
            </a:fld>
          </a:p>
        </p:txBody>
      </p:sp>
      <p:sp>
        <p:nvSpPr>
          <p:cNvPr id="5" name="PlaceHolder 4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6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7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22155C-821A-47FA-943A-B94B9442A099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19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0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1" name="PlaceHolder 4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D48AAAB-4EB2-4861-8E1B-F64ABB3D0F40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3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4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5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14F1B373-8F45-4475-B317-73EB8322A9E2}" type="slidenum">
              <a:t>&lt;#&gt;</a:t>
            </a:fld>
          </a:p>
        </p:txBody>
      </p:sp>
      <p:sp>
        <p:nvSpPr>
          <p:cNvPr id="8" name="PlaceHolder 7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914400" y="5523120"/>
            <a:ext cx="1645884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D8EED7C-6D19-4A73-8ABB-FFB5D6E0743C}" type="slidenum">
              <a:t>&lt;#&gt;</a:t>
            </a:fld>
          </a:p>
        </p:txBody>
      </p:sp>
      <p:sp>
        <p:nvSpPr>
          <p:cNvPr id="7" name="PlaceHolder 6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0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1" name="PlaceHolder 3"/>
          <p:cNvSpPr>
            <a:spLocks noGrp="1"/>
          </p:cNvSpPr>
          <p:nvPr>
            <p:ph/>
          </p:nvPr>
        </p:nvSpPr>
        <p:spPr>
          <a:xfrm>
            <a:off x="9348120" y="240696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2" name="PlaceHolder 4"/>
          <p:cNvSpPr>
            <a:spLocks noGrp="1"/>
          </p:cNvSpPr>
          <p:nvPr>
            <p:ph/>
          </p:nvPr>
        </p:nvSpPr>
        <p:spPr>
          <a:xfrm>
            <a:off x="91440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3" name="PlaceHolder 5"/>
          <p:cNvSpPr>
            <a:spLocks noGrp="1"/>
          </p:cNvSpPr>
          <p:nvPr>
            <p:ph/>
          </p:nvPr>
        </p:nvSpPr>
        <p:spPr>
          <a:xfrm>
            <a:off x="9348120" y="5523120"/>
            <a:ext cx="803160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8" name="PlaceHolder 7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CD98AB27-0D2B-454B-BEDA-8B8ABEF70F0A}" type="slidenum">
              <a:t>&lt;#&gt;</a:t>
            </a:fld>
          </a:p>
        </p:txBody>
      </p:sp>
      <p:sp>
        <p:nvSpPr>
          <p:cNvPr id="9" name="PlaceHolder 8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PlaceHolder 1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5" name="PlaceHolder 2"/>
          <p:cNvSpPr>
            <a:spLocks noGrp="1"/>
          </p:cNvSpPr>
          <p:nvPr>
            <p:ph/>
          </p:nvPr>
        </p:nvSpPr>
        <p:spPr>
          <a:xfrm>
            <a:off x="91440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6" name="PlaceHolder 3"/>
          <p:cNvSpPr>
            <a:spLocks noGrp="1"/>
          </p:cNvSpPr>
          <p:nvPr>
            <p:ph/>
          </p:nvPr>
        </p:nvSpPr>
        <p:spPr>
          <a:xfrm>
            <a:off x="647928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7" name="PlaceHolder 4"/>
          <p:cNvSpPr>
            <a:spLocks noGrp="1"/>
          </p:cNvSpPr>
          <p:nvPr>
            <p:ph/>
          </p:nvPr>
        </p:nvSpPr>
        <p:spPr>
          <a:xfrm>
            <a:off x="12044160" y="240696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8" name="PlaceHolder 5"/>
          <p:cNvSpPr>
            <a:spLocks noGrp="1"/>
          </p:cNvSpPr>
          <p:nvPr>
            <p:ph/>
          </p:nvPr>
        </p:nvSpPr>
        <p:spPr>
          <a:xfrm>
            <a:off x="91440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39" name="PlaceHolder 6"/>
          <p:cNvSpPr>
            <a:spLocks noGrp="1"/>
          </p:cNvSpPr>
          <p:nvPr>
            <p:ph/>
          </p:nvPr>
        </p:nvSpPr>
        <p:spPr>
          <a:xfrm>
            <a:off x="647928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0" name="PlaceHolder 7"/>
          <p:cNvSpPr>
            <a:spLocks noGrp="1"/>
          </p:cNvSpPr>
          <p:nvPr>
            <p:ph/>
          </p:nvPr>
        </p:nvSpPr>
        <p:spPr>
          <a:xfrm>
            <a:off x="12044160" y="5523120"/>
            <a:ext cx="5299560" cy="28454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ftr" idx="2"/>
          </p:nvPr>
        </p:nvSpPr>
        <p:spPr/>
        <p:txBody>
          <a:bodyPr/>
          <a:p>
            <a:r>
              <a:t>Footer</a:t>
            </a:r>
          </a:p>
        </p:txBody>
      </p:sp>
      <p:sp>
        <p:nvSpPr>
          <p:cNvPr id="10" name="PlaceHolder 9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2EB113E-FA1F-4153-8BD9-4F031F2DA79A}" type="slidenum">
              <a:t>&lt;#&gt;</a:t>
            </a:fld>
          </a:p>
        </p:txBody>
      </p:sp>
      <p:sp>
        <p:nvSpPr>
          <p:cNvPr id="11" name="PlaceHolder 10"/>
          <p:cNvSpPr>
            <a:spLocks noGrp="1"/>
          </p:cNvSpPr>
          <p:nvPr>
            <p:ph type="dt" idx="1"/>
          </p:nvPr>
        </p:nvSpPr>
        <p:spPr/>
        <p:txBody>
          <a:bodyPr/>
          <a:p>
            <a:r>
              <a:rPr lang="vi-VN"/>
              <a:t/>
            </a: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dt" idx="1"/>
          </p:nvPr>
        </p:nvSpPr>
        <p:spPr>
          <a:xfrm>
            <a:off x="45720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 vert="horz">
            <a:noAutofit/>
          </a:bodyPr>
          <a:lstStyle>
            <a:lvl1pPr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>
              <a:lnSpc>
                <a:spcPct val="100000"/>
              </a:lnSpc>
              <a:buNone/>
            </a:pPr>
            <a:r>
              <a:rPr b="0" lang="en-US" sz="1200" spc="-1" strike="noStrike">
                <a:solidFill>
                  <a:srgbClr val="8b8b8b"/>
                </a:solidFill>
                <a:latin typeface="Calibri"/>
              </a:rPr>
              <a:t>&lt;date/time&gt;</a:t>
            </a:r>
            <a:endParaRPr b="0" lang="vi-VN" sz="1200" spc="-1" strike="noStrike">
              <a:latin typeface="Noto Sans CJK SC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ftr" idx="2"/>
          </p:nvPr>
        </p:nvSpPr>
        <p:spPr>
          <a:xfrm>
            <a:off x="3124080" y="6356520"/>
            <a:ext cx="2895120" cy="364680"/>
          </a:xfrm>
          <a:prstGeom prst="rect">
            <a:avLst/>
          </a:prstGeom>
          <a:noFill/>
          <a:ln w="0">
            <a:noFill/>
          </a:ln>
        </p:spPr>
        <p:txBody>
          <a:bodyPr anchor="ctr" vert="horz">
            <a:noAutofit/>
          </a:bodyPr>
          <a:lstStyle>
            <a:lvl1pPr algn="ctr">
              <a:buNone/>
              <a:defRPr b="0" lang="vi-VN" sz="1400" spc="-1" strike="noStrike">
                <a:latin typeface="Noto Sans CJK SC"/>
              </a:defRPr>
            </a:lvl1pPr>
          </a:lstStyle>
          <a:p>
            <a:pPr algn="ctr">
              <a:buNone/>
            </a:pPr>
            <a:r>
              <a:rPr b="0" lang="vi-VN" sz="1400" spc="-1" strike="noStrike">
                <a:latin typeface="Noto Sans CJK SC"/>
              </a:rPr>
              <a:t>&lt;footer&gt;</a:t>
            </a:r>
            <a:endParaRPr b="0" lang="vi-VN" sz="1400" spc="-1" strike="noStrike">
              <a:latin typeface="Noto Sans CJK SC"/>
            </a:endParaRPr>
          </a:p>
        </p:txBody>
      </p:sp>
      <p:sp>
        <p:nvSpPr>
          <p:cNvPr id="2" name="PlaceHolder 3"/>
          <p:cNvSpPr>
            <a:spLocks noGrp="1"/>
          </p:cNvSpPr>
          <p:nvPr>
            <p:ph type="sldNum" idx="3"/>
          </p:nvPr>
        </p:nvSpPr>
        <p:spPr>
          <a:xfrm>
            <a:off x="6553080" y="6356520"/>
            <a:ext cx="2133360" cy="364680"/>
          </a:xfrm>
          <a:prstGeom prst="rect">
            <a:avLst/>
          </a:prstGeom>
          <a:noFill/>
          <a:ln w="0">
            <a:noFill/>
          </a:ln>
        </p:spPr>
        <p:txBody>
          <a:bodyPr anchor="ctr" vert="horz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8b8b8b"/>
                </a:solidFill>
                <a:latin typeface="Calibri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D7DE3611-D0C2-4984-9DCD-A6F4F5FE9585}" type="slidenum">
              <a:rPr b="0" lang="en-US" sz="1200" spc="-1" strike="noStrike">
                <a:solidFill>
                  <a:srgbClr val="8b8b8b"/>
                </a:solidFill>
                <a:latin typeface="Calibri"/>
              </a:rPr>
              <a:t>&lt;number&gt;</a:t>
            </a:fld>
            <a:endParaRPr b="0" lang="vi-VN" sz="1200" spc="-1" strike="noStrike">
              <a:latin typeface="Noto Sans CJK SC"/>
            </a:endParaRPr>
          </a:p>
        </p:txBody>
      </p:sp>
      <p:sp>
        <p:nvSpPr>
          <p:cNvPr id="3" name="PlaceHolder 4"/>
          <p:cNvSpPr>
            <a:spLocks noGrp="1"/>
          </p:cNvSpPr>
          <p:nvPr>
            <p:ph type="title"/>
          </p:nvPr>
        </p:nvSpPr>
        <p:spPr>
          <a:xfrm>
            <a:off x="914400" y="410400"/>
            <a:ext cx="16458840" cy="17175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 vert="horz">
            <a:noAutofit/>
          </a:bodyPr>
          <a:p>
            <a:r>
              <a:rPr b="0" lang="en-US" sz="1800" spc="-1" strike="noStrike">
                <a:solidFill>
                  <a:srgbClr val="000000"/>
                </a:solidFill>
                <a:latin typeface="Calibri"/>
              </a:rPr>
              <a:t>Double-tap to edit the title text format</a:t>
            </a:r>
            <a:endParaRPr b="0" lang="en-US" sz="1800" spc="-1" strike="noStrike">
              <a:solidFill>
                <a:srgbClr val="000000"/>
              </a:solidFill>
              <a:latin typeface="Calibri"/>
            </a:endParaRPr>
          </a:p>
        </p:txBody>
      </p:sp>
      <p:sp>
        <p:nvSpPr>
          <p:cNvPr id="4" name="PlaceHolder 5"/>
          <p:cNvSpPr>
            <a:spLocks noGrp="1"/>
          </p:cNvSpPr>
          <p:nvPr>
            <p:ph type="body"/>
          </p:nvPr>
        </p:nvSpPr>
        <p:spPr>
          <a:xfrm>
            <a:off x="914400" y="2406960"/>
            <a:ext cx="16458840" cy="59659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 vert="horz">
            <a:normAutofit/>
          </a:bodyPr>
          <a:p>
            <a:pPr marL="432000" indent="-324000">
              <a:spcBef>
                <a:spcPts val="1417"/>
              </a:spcBef>
              <a:buSzPct val="45000"/>
              <a:buFont typeface="StarSymbol"/>
              <a:buChar char="●"/>
            </a:pPr>
            <a:r>
              <a:rPr b="0" lang="en-US" sz="3200" spc="-1" strike="noStrike">
                <a:solidFill>
                  <a:srgbClr val="000000"/>
                </a:solidFill>
                <a:latin typeface="Calibri"/>
              </a:rPr>
              <a:t>Double-tap to edit the outline text format</a:t>
            </a:r>
            <a:endParaRPr b="0" lang="en-US" sz="3200" spc="-1" strike="noStrike">
              <a:solidFill>
                <a:srgbClr val="000000"/>
              </a:solidFill>
              <a:latin typeface="Calibri"/>
            </a:endParaRPr>
          </a:p>
          <a:p>
            <a:pPr lvl="1" marL="864000" indent="-324000">
              <a:spcBef>
                <a:spcPts val="1134"/>
              </a:spcBef>
              <a:buSzPct val="75000"/>
              <a:buFont typeface="StarSymbol"/>
              <a:buChar char="–"/>
            </a:pPr>
            <a:r>
              <a:rPr b="0" lang="en-US" sz="2400" spc="-1" strike="noStrike">
                <a:solidFill>
                  <a:srgbClr val="000000"/>
                </a:solidFill>
                <a:latin typeface="Calibri"/>
              </a:rPr>
              <a:t>Second Outline Level</a:t>
            </a:r>
            <a:endParaRPr b="0" lang="en-US" sz="2400" spc="-1" strike="noStrike">
              <a:solidFill>
                <a:srgbClr val="000000"/>
              </a:solidFill>
              <a:latin typeface="Calibri"/>
            </a:endParaRPr>
          </a:p>
          <a:p>
            <a:pPr lvl="2" marL="1296000" indent="-288000">
              <a:spcBef>
                <a:spcPts val="850"/>
              </a:spcBef>
              <a:buSzPct val="45000"/>
              <a:buFont typeface="StarSymbo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Third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3" marL="1728000" indent="-216000">
              <a:spcBef>
                <a:spcPts val="567"/>
              </a:spcBef>
              <a:buSzPct val="75000"/>
              <a:buFont typeface="StarSymbol"/>
              <a:buChar char="–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Fourth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4" marL="2160000" indent="-216000">
              <a:spcBef>
                <a:spcPts val="283"/>
              </a:spcBef>
              <a:buSzPct val="45000"/>
              <a:buFont typeface="StarSymbo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5" marL="2592000" indent="-216000">
              <a:spcBef>
                <a:spcPts val="283"/>
              </a:spcBef>
              <a:buSzPct val="45000"/>
              <a:buFont typeface="StarSymbo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  <a:p>
            <a:pPr lvl="6" marL="3024000" indent="-216000">
              <a:spcBef>
                <a:spcPts val="283"/>
              </a:spcBef>
              <a:buSzPct val="45000"/>
              <a:buFont typeface="StarSymbol"/>
              <a:buChar char="●"/>
            </a:pPr>
            <a:r>
              <a:rPr b="0" lang="en-US" sz="2000" spc="-1" strike="noStrike">
                <a:solidFill>
                  <a:srgbClr val="000000"/>
                </a:solidFill>
                <a:latin typeface="Calibri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Calibri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png"/><Relationship Id="rId8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image" Target="../media/image8.png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image" Target="../media/image11.png"/><Relationship Id="rId5" Type="http://schemas.openxmlformats.org/officeDocument/2006/relationships/image" Target="../media/image12.png"/><Relationship Id="rId6" Type="http://schemas.openxmlformats.org/officeDocument/2006/relationships/image" Target="../media/image13.png"/><Relationship Id="rId7" Type="http://schemas.openxmlformats.org/officeDocument/2006/relationships/image" Target="../media/image14.png"/><Relationship Id="rId8" Type="http://schemas.openxmlformats.org/officeDocument/2006/relationships/image" Target="../media/image15.png"/><Relationship Id="rId9" Type="http://schemas.openxmlformats.org/officeDocument/2006/relationships/image" Target="../media/image16.png"/><Relationship Id="rId10" Type="http://schemas.openxmlformats.org/officeDocument/2006/relationships/image" Target="../media/image17.png"/><Relationship Id="rId11" Type="http://schemas.openxmlformats.org/officeDocument/2006/relationships/image" Target="../media/image18.png"/><Relationship Id="rId12" Type="http://schemas.openxmlformats.org/officeDocument/2006/relationships/image" Target="../media/image19.png"/><Relationship Id="rId13" Type="http://schemas.openxmlformats.org/officeDocument/2006/relationships/image" Target="../media/image20.png"/><Relationship Id="rId14" Type="http://schemas.openxmlformats.org/officeDocument/2006/relationships/image" Target="../media/image21.png"/><Relationship Id="rId15" Type="http://schemas.openxmlformats.org/officeDocument/2006/relationships/image" Target="../media/image22.png"/><Relationship Id="rId16" Type="http://schemas.openxmlformats.org/officeDocument/2006/relationships/image" Target="../media/image23.png"/><Relationship Id="rId17" Type="http://schemas.openxmlformats.org/officeDocument/2006/relationships/image" Target="../media/image24.png"/><Relationship Id="rId18" Type="http://schemas.openxmlformats.org/officeDocument/2006/relationships/image" Target="../media/image25.png"/><Relationship Id="rId19" Type="http://schemas.openxmlformats.org/officeDocument/2006/relationships/image" Target="../media/image26.png"/><Relationship Id="rId20" Type="http://schemas.openxmlformats.org/officeDocument/2006/relationships/image" Target="../media/image27.png"/><Relationship Id="rId21" Type="http://schemas.openxmlformats.org/officeDocument/2006/relationships/image" Target="../media/image28.png"/><Relationship Id="rId22" Type="http://schemas.openxmlformats.org/officeDocument/2006/relationships/image" Target="../media/image29.png"/><Relationship Id="rId23" Type="http://schemas.openxmlformats.org/officeDocument/2006/relationships/image" Target="../media/image30.png"/><Relationship Id="rId24" Type="http://schemas.openxmlformats.org/officeDocument/2006/relationships/image" Target="../media/image31.png"/><Relationship Id="rId25" Type="http://schemas.openxmlformats.org/officeDocument/2006/relationships/image" Target="../media/image32.png"/><Relationship Id="rId26" Type="http://schemas.openxmlformats.org/officeDocument/2006/relationships/image" Target="../media/image33.png"/><Relationship Id="rId27" Type="http://schemas.openxmlformats.org/officeDocument/2006/relationships/slideLayout" Target="../slideLayouts/slideLayout1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image" Target="../media/image34.png"/><Relationship Id="rId2" Type="http://schemas.openxmlformats.org/officeDocument/2006/relationships/image" Target="../media/image35.png"/><Relationship Id="rId3" Type="http://schemas.openxmlformats.org/officeDocument/2006/relationships/image" Target="../media/image36.png"/><Relationship Id="rId4" Type="http://schemas.openxmlformats.org/officeDocument/2006/relationships/image" Target="../media/image37.png"/><Relationship Id="rId5" Type="http://schemas.openxmlformats.org/officeDocument/2006/relationships/image" Target="../media/image38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Relationship Id="rId9" Type="http://schemas.openxmlformats.org/officeDocument/2006/relationships/image" Target="../media/image42.png"/><Relationship Id="rId10" Type="http://schemas.openxmlformats.org/officeDocument/2006/relationships/slideLayout" Target="../slideLayouts/slideLayout1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image" Target="../media/image43.png"/><Relationship Id="rId2" Type="http://schemas.openxmlformats.org/officeDocument/2006/relationships/image" Target="../media/image44.png"/><Relationship Id="rId3" Type="http://schemas.openxmlformats.org/officeDocument/2006/relationships/image" Target="../media/image45.png"/><Relationship Id="rId4" Type="http://schemas.openxmlformats.org/officeDocument/2006/relationships/image" Target="../media/image46.png"/><Relationship Id="rId5" Type="http://schemas.openxmlformats.org/officeDocument/2006/relationships/image" Target="../media/image47.png"/><Relationship Id="rId6" Type="http://schemas.openxmlformats.org/officeDocument/2006/relationships/image" Target="../media/image48.png"/><Relationship Id="rId7" Type="http://schemas.openxmlformats.org/officeDocument/2006/relationships/image" Target="../media/image49.png"/><Relationship Id="rId8" Type="http://schemas.openxmlformats.org/officeDocument/2006/relationships/image" Target="../media/image50.png"/><Relationship Id="rId9" Type="http://schemas.openxmlformats.org/officeDocument/2006/relationships/image" Target="../media/image51.png"/><Relationship Id="rId10" Type="http://schemas.openxmlformats.org/officeDocument/2006/relationships/image" Target="../media/image52.png"/><Relationship Id="rId11" Type="http://schemas.openxmlformats.org/officeDocument/2006/relationships/image" Target="../media/image53.png"/><Relationship Id="rId12" Type="http://schemas.openxmlformats.org/officeDocument/2006/relationships/image" Target="../media/image54.png"/><Relationship Id="rId13" Type="http://schemas.openxmlformats.org/officeDocument/2006/relationships/image" Target="../media/image55.png"/><Relationship Id="rId14" Type="http://schemas.openxmlformats.org/officeDocument/2006/relationships/image" Target="../media/image56.png"/><Relationship Id="rId15" Type="http://schemas.openxmlformats.org/officeDocument/2006/relationships/image" Target="../media/image57.png"/><Relationship Id="rId16" Type="http://schemas.openxmlformats.org/officeDocument/2006/relationships/image" Target="../media/image58.png"/><Relationship Id="rId17" Type="http://schemas.openxmlformats.org/officeDocument/2006/relationships/image" Target="../media/image59.png"/><Relationship Id="rId18" Type="http://schemas.openxmlformats.org/officeDocument/2006/relationships/image" Target="../media/image60.png"/><Relationship Id="rId19" Type="http://schemas.openxmlformats.org/officeDocument/2006/relationships/image" Target="../media/image61.png"/><Relationship Id="rId20" Type="http://schemas.openxmlformats.org/officeDocument/2006/relationships/image" Target="../media/image62.png"/><Relationship Id="rId21" Type="http://schemas.openxmlformats.org/officeDocument/2006/relationships/image" Target="../media/image63.png"/><Relationship Id="rId22" Type="http://schemas.openxmlformats.org/officeDocument/2006/relationships/image" Target="../media/image64.png"/><Relationship Id="rId23" Type="http://schemas.openxmlformats.org/officeDocument/2006/relationships/image" Target="../media/image65.png"/><Relationship Id="rId24" Type="http://schemas.openxmlformats.org/officeDocument/2006/relationships/slideLayout" Target="../slideLayouts/slideLayout1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image" Target="../media/image66.png"/><Relationship Id="rId2" Type="http://schemas.openxmlformats.org/officeDocument/2006/relationships/image" Target="../media/image67.png"/><Relationship Id="rId3" Type="http://schemas.openxmlformats.org/officeDocument/2006/relationships/image" Target="../media/image68.png"/><Relationship Id="rId4" Type="http://schemas.openxmlformats.org/officeDocument/2006/relationships/image" Target="../media/image69.png"/><Relationship Id="rId5" Type="http://schemas.openxmlformats.org/officeDocument/2006/relationships/image" Target="../media/image70.png"/><Relationship Id="rId6" Type="http://schemas.openxmlformats.org/officeDocument/2006/relationships/image" Target="../media/image71.png"/><Relationship Id="rId7" Type="http://schemas.openxmlformats.org/officeDocument/2006/relationships/image" Target="../media/image72.png"/><Relationship Id="rId8" Type="http://schemas.openxmlformats.org/officeDocument/2006/relationships/image" Target="../media/image73.png"/><Relationship Id="rId9" Type="http://schemas.openxmlformats.org/officeDocument/2006/relationships/image" Target="../media/image74.png"/><Relationship Id="rId10" Type="http://schemas.openxmlformats.org/officeDocument/2006/relationships/image" Target="../media/image75.png"/><Relationship Id="rId11" Type="http://schemas.openxmlformats.org/officeDocument/2006/relationships/image" Target="../media/image76.png"/><Relationship Id="rId12" Type="http://schemas.openxmlformats.org/officeDocument/2006/relationships/image" Target="../media/image77.png"/><Relationship Id="rId13" Type="http://schemas.openxmlformats.org/officeDocument/2006/relationships/image" Target="../media/image78.png"/><Relationship Id="rId14" Type="http://schemas.openxmlformats.org/officeDocument/2006/relationships/image" Target="../media/image79.png"/><Relationship Id="rId15" Type="http://schemas.openxmlformats.org/officeDocument/2006/relationships/image" Target="../media/image80.png"/><Relationship Id="rId16" Type="http://schemas.openxmlformats.org/officeDocument/2006/relationships/image" Target="../media/image81.png"/><Relationship Id="rId17" Type="http://schemas.openxmlformats.org/officeDocument/2006/relationships/image" Target="../media/image82.png"/><Relationship Id="rId18" Type="http://schemas.openxmlformats.org/officeDocument/2006/relationships/image" Target="../media/image83.png"/><Relationship Id="rId19" Type="http://schemas.openxmlformats.org/officeDocument/2006/relationships/image" Target="../media/image84.png"/><Relationship Id="rId20" Type="http://schemas.openxmlformats.org/officeDocument/2006/relationships/image" Target="../media/image85.png"/><Relationship Id="rId21" Type="http://schemas.openxmlformats.org/officeDocument/2006/relationships/image" Target="../media/image86.png"/><Relationship Id="rId22" Type="http://schemas.openxmlformats.org/officeDocument/2006/relationships/image" Target="../media/image87.png"/><Relationship Id="rId23" Type="http://schemas.openxmlformats.org/officeDocument/2006/relationships/slideLayout" Target="../slideLayouts/slideLayout1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image" Target="../media/image88.png"/><Relationship Id="rId2" Type="http://schemas.openxmlformats.org/officeDocument/2006/relationships/image" Target="../media/image89.png"/><Relationship Id="rId3" Type="http://schemas.openxmlformats.org/officeDocument/2006/relationships/image" Target="../media/image90.png"/><Relationship Id="rId4" Type="http://schemas.openxmlformats.org/officeDocument/2006/relationships/image" Target="../media/image91.png"/><Relationship Id="rId5" Type="http://schemas.openxmlformats.org/officeDocument/2006/relationships/image" Target="../media/image92.png"/><Relationship Id="rId6" Type="http://schemas.openxmlformats.org/officeDocument/2006/relationships/image" Target="../media/image93.png"/><Relationship Id="rId7" Type="http://schemas.openxmlformats.org/officeDocument/2006/relationships/image" Target="../media/image94.png"/><Relationship Id="rId8" Type="http://schemas.openxmlformats.org/officeDocument/2006/relationships/image" Target="../media/image95.png"/><Relationship Id="rId9" Type="http://schemas.openxmlformats.org/officeDocument/2006/relationships/image" Target="../media/image96.png"/><Relationship Id="rId10" Type="http://schemas.openxmlformats.org/officeDocument/2006/relationships/image" Target="../media/image97.png"/><Relationship Id="rId11" Type="http://schemas.openxmlformats.org/officeDocument/2006/relationships/image" Target="../media/image98.png"/><Relationship Id="rId12" Type="http://schemas.openxmlformats.org/officeDocument/2006/relationships/image" Target="../media/image99.png"/><Relationship Id="rId13" Type="http://schemas.openxmlformats.org/officeDocument/2006/relationships/image" Target="../media/image100.png"/><Relationship Id="rId14" Type="http://schemas.openxmlformats.org/officeDocument/2006/relationships/image" Target="../media/image101.png"/><Relationship Id="rId15" Type="http://schemas.openxmlformats.org/officeDocument/2006/relationships/image" Target="../media/image102.png"/><Relationship Id="rId16" Type="http://schemas.openxmlformats.org/officeDocument/2006/relationships/image" Target="../media/image103.png"/><Relationship Id="rId17" Type="http://schemas.openxmlformats.org/officeDocument/2006/relationships/image" Target="../media/image104.png"/><Relationship Id="rId18" Type="http://schemas.openxmlformats.org/officeDocument/2006/relationships/image" Target="../media/image105.png"/><Relationship Id="rId19" Type="http://schemas.openxmlformats.org/officeDocument/2006/relationships/image" Target="../media/image106.png"/><Relationship Id="rId20" Type="http://schemas.openxmlformats.org/officeDocument/2006/relationships/image" Target="../media/image107.png"/><Relationship Id="rId21" Type="http://schemas.openxmlformats.org/officeDocument/2006/relationships/image" Target="../media/image108.png"/><Relationship Id="rId22" Type="http://schemas.openxmlformats.org/officeDocument/2006/relationships/image" Target="../media/image109.png"/><Relationship Id="rId23" Type="http://schemas.openxmlformats.org/officeDocument/2006/relationships/image" Target="../media/image110.png"/><Relationship Id="rId24" Type="http://schemas.openxmlformats.org/officeDocument/2006/relationships/image" Target="../media/image111.png"/><Relationship Id="rId25" Type="http://schemas.openxmlformats.org/officeDocument/2006/relationships/image" Target="../media/image112.png"/><Relationship Id="rId26" Type="http://schemas.openxmlformats.org/officeDocument/2006/relationships/image" Target="../media/image113.png"/><Relationship Id="rId27" Type="http://schemas.openxmlformats.org/officeDocument/2006/relationships/image" Target="../media/image114.png"/><Relationship Id="rId28" Type="http://schemas.openxmlformats.org/officeDocument/2006/relationships/slideLayout" Target="../slideLayouts/slideLayout1.xml"/>
</Relationships>
</file>

<file path=ppt/slides/_rels/slide7.xml.rels><?xml version="1.0" encoding="UTF-8"?>
<Relationships xmlns="http://schemas.openxmlformats.org/package/2006/relationships"><Relationship Id="rId1" Type="http://schemas.openxmlformats.org/officeDocument/2006/relationships/image" Target="../media/image115.png"/><Relationship Id="rId2" Type="http://schemas.openxmlformats.org/officeDocument/2006/relationships/image" Target="../media/image116.png"/><Relationship Id="rId3" Type="http://schemas.openxmlformats.org/officeDocument/2006/relationships/image" Target="../media/image117.png"/><Relationship Id="rId4" Type="http://schemas.openxmlformats.org/officeDocument/2006/relationships/image" Target="../media/image118.png"/><Relationship Id="rId5" Type="http://schemas.openxmlformats.org/officeDocument/2006/relationships/image" Target="../media/image119.png"/><Relationship Id="rId6" Type="http://schemas.openxmlformats.org/officeDocument/2006/relationships/image" Target="../media/image120.png"/><Relationship Id="rId7" Type="http://schemas.openxmlformats.org/officeDocument/2006/relationships/image" Target="../media/image121.png"/><Relationship Id="rId8" Type="http://schemas.openxmlformats.org/officeDocument/2006/relationships/image" Target="../media/image122.png"/><Relationship Id="rId9" Type="http://schemas.openxmlformats.org/officeDocument/2006/relationships/image" Target="../media/image123.png"/><Relationship Id="rId10" Type="http://schemas.openxmlformats.org/officeDocument/2006/relationships/image" Target="../media/image124.png"/><Relationship Id="rId11" Type="http://schemas.openxmlformats.org/officeDocument/2006/relationships/image" Target="../media/image125.png"/><Relationship Id="rId12" Type="http://schemas.openxmlformats.org/officeDocument/2006/relationships/image" Target="../media/image126.png"/><Relationship Id="rId13" Type="http://schemas.openxmlformats.org/officeDocument/2006/relationships/image" Target="../media/image127.png"/><Relationship Id="rId14" Type="http://schemas.openxmlformats.org/officeDocument/2006/relationships/image" Target="../media/image128.png"/><Relationship Id="rId15" Type="http://schemas.openxmlformats.org/officeDocument/2006/relationships/image" Target="../media/image129.png"/><Relationship Id="rId16" Type="http://schemas.openxmlformats.org/officeDocument/2006/relationships/image" Target="../media/image130.png"/><Relationship Id="rId17" Type="http://schemas.openxmlformats.org/officeDocument/2006/relationships/image" Target="../media/image131.png"/><Relationship Id="rId18" Type="http://schemas.openxmlformats.org/officeDocument/2006/relationships/slideLayout" Target="../slideLayouts/slideLayout1.xml"/>
</Relationships>
</file>

<file path=ppt/slides/_rels/slide8.xml.rels><?xml version="1.0" encoding="UTF-8"?>
<Relationships xmlns="http://schemas.openxmlformats.org/package/2006/relationships"><Relationship Id="rId1" Type="http://schemas.openxmlformats.org/officeDocument/2006/relationships/image" Target="../media/image132.png"/><Relationship Id="rId2" Type="http://schemas.openxmlformats.org/officeDocument/2006/relationships/image" Target="../media/image133.png"/><Relationship Id="rId3" Type="http://schemas.openxmlformats.org/officeDocument/2006/relationships/image" Target="../media/image134.png"/><Relationship Id="rId4" Type="http://schemas.openxmlformats.org/officeDocument/2006/relationships/image" Target="../media/image135.png"/><Relationship Id="rId5" Type="http://schemas.openxmlformats.org/officeDocument/2006/relationships/image" Target="../media/image136.png"/><Relationship Id="rId6" Type="http://schemas.openxmlformats.org/officeDocument/2006/relationships/image" Target="../media/image137.png"/><Relationship Id="rId7" Type="http://schemas.openxmlformats.org/officeDocument/2006/relationships/image" Target="../media/image138.png"/><Relationship Id="rId8" Type="http://schemas.openxmlformats.org/officeDocument/2006/relationships/image" Target="../media/image139.png"/><Relationship Id="rId9" Type="http://schemas.openxmlformats.org/officeDocument/2006/relationships/image" Target="../media/image140.png"/><Relationship Id="rId10" Type="http://schemas.openxmlformats.org/officeDocument/2006/relationships/image" Target="../media/image141.png"/><Relationship Id="rId11" Type="http://schemas.openxmlformats.org/officeDocument/2006/relationships/image" Target="../media/image142.png"/><Relationship Id="rId12" Type="http://schemas.openxmlformats.org/officeDocument/2006/relationships/image" Target="../media/image143.png"/><Relationship Id="rId13" Type="http://schemas.openxmlformats.org/officeDocument/2006/relationships/image" Target="../media/image144.png"/><Relationship Id="rId14" Type="http://schemas.openxmlformats.org/officeDocument/2006/relationships/image" Target="../media/image145.png"/><Relationship Id="rId15" Type="http://schemas.openxmlformats.org/officeDocument/2006/relationships/image" Target="../media/image146.png"/><Relationship Id="rId16" Type="http://schemas.openxmlformats.org/officeDocument/2006/relationships/image" Target="../media/image147.png"/><Relationship Id="rId17" Type="http://schemas.openxmlformats.org/officeDocument/2006/relationships/image" Target="../media/image148.png"/><Relationship Id="rId18" Type="http://schemas.openxmlformats.org/officeDocument/2006/relationships/image" Target="../media/image149.png"/><Relationship Id="rId19" Type="http://schemas.openxmlformats.org/officeDocument/2006/relationships/image" Target="../media/image150.png"/><Relationship Id="rId20" Type="http://schemas.openxmlformats.org/officeDocument/2006/relationships/image" Target="../media/image151.png"/><Relationship Id="rId21" Type="http://schemas.openxmlformats.org/officeDocument/2006/relationships/image" Target="../media/image152.png"/><Relationship Id="rId22" Type="http://schemas.openxmlformats.org/officeDocument/2006/relationships/image" Target="../media/image153.png"/><Relationship Id="rId23" Type="http://schemas.openxmlformats.org/officeDocument/2006/relationships/image" Target="../media/image154.png"/><Relationship Id="rId24" Type="http://schemas.openxmlformats.org/officeDocument/2006/relationships/image" Target="../media/image155.png"/><Relationship Id="rId25" Type="http://schemas.openxmlformats.org/officeDocument/2006/relationships/image" Target="../media/image156.png"/><Relationship Id="rId26" Type="http://schemas.openxmlformats.org/officeDocument/2006/relationships/image" Target="../media/image157.png"/><Relationship Id="rId27" Type="http://schemas.openxmlformats.org/officeDocument/2006/relationships/image" Target="../media/image158.png"/><Relationship Id="rId28" Type="http://schemas.openxmlformats.org/officeDocument/2006/relationships/image" Target="../media/image159.png"/><Relationship Id="rId29" Type="http://schemas.openxmlformats.org/officeDocument/2006/relationships/image" Target="../media/image160.png"/><Relationship Id="rId30" Type="http://schemas.openxmlformats.org/officeDocument/2006/relationships/image" Target="../media/image161.png"/><Relationship Id="rId31" Type="http://schemas.openxmlformats.org/officeDocument/2006/relationships/image" Target="../media/image162.png"/><Relationship Id="rId32" Type="http://schemas.openxmlformats.org/officeDocument/2006/relationships/image" Target="../media/image163.png"/><Relationship Id="rId33" Type="http://schemas.openxmlformats.org/officeDocument/2006/relationships/image" Target="../media/image164.png"/><Relationship Id="rId34" Type="http://schemas.openxmlformats.org/officeDocument/2006/relationships/image" Target="../media/image165.png"/><Relationship Id="rId35" Type="http://schemas.openxmlformats.org/officeDocument/2006/relationships/image" Target="../media/image166.png"/><Relationship Id="rId36" Type="http://schemas.openxmlformats.org/officeDocument/2006/relationships/image" Target="../media/image167.png"/><Relationship Id="rId37" Type="http://schemas.openxmlformats.org/officeDocument/2006/relationships/image" Target="../media/image168.png"/><Relationship Id="rId38" Type="http://schemas.openxmlformats.org/officeDocument/2006/relationships/image" Target="../media/image169.png"/><Relationship Id="rId39" Type="http://schemas.openxmlformats.org/officeDocument/2006/relationships/image" Target="../media/image170.png"/><Relationship Id="rId40" Type="http://schemas.openxmlformats.org/officeDocument/2006/relationships/slideLayout" Target="../slideLayouts/slideLayout1.xml"/>
</Relationships>
</file>

<file path=ppt/slides/_rels/slide9.xml.rels><?xml version="1.0" encoding="UTF-8"?>
<Relationships xmlns="http://schemas.openxmlformats.org/package/2006/relationships"><Relationship Id="rId1" Type="http://schemas.openxmlformats.org/officeDocument/2006/relationships/image" Target="../media/image171.png"/><Relationship Id="rId2" Type="http://schemas.openxmlformats.org/officeDocument/2006/relationships/image" Target="../media/image172.png"/><Relationship Id="rId3" Type="http://schemas.openxmlformats.org/officeDocument/2006/relationships/image" Target="../media/image173.png"/><Relationship Id="rId4" Type="http://schemas.openxmlformats.org/officeDocument/2006/relationships/image" Target="../media/image174.png"/><Relationship Id="rId5" Type="http://schemas.openxmlformats.org/officeDocument/2006/relationships/image" Target="../media/image175.png"/><Relationship Id="rId6" Type="http://schemas.openxmlformats.org/officeDocument/2006/relationships/image" Target="../media/image176.png"/><Relationship Id="rId7" Type="http://schemas.openxmlformats.org/officeDocument/2006/relationships/image" Target="../media/image177.png"/><Relationship Id="rId8" Type="http://schemas.openxmlformats.org/officeDocument/2006/relationships/image" Target="../media/image178.png"/><Relationship Id="rId9" Type="http://schemas.openxmlformats.org/officeDocument/2006/relationships/image" Target="../media/image179.png"/><Relationship Id="rId10" Type="http://schemas.openxmlformats.org/officeDocument/2006/relationships/image" Target="../media/image180.png"/><Relationship Id="rId11" Type="http://schemas.openxmlformats.org/officeDocument/2006/relationships/image" Target="../media/image181.png"/><Relationship Id="rId12" Type="http://schemas.openxmlformats.org/officeDocument/2006/relationships/image" Target="../media/image182.png"/><Relationship Id="rId13" Type="http://schemas.openxmlformats.org/officeDocument/2006/relationships/image" Target="../media/image183.png"/><Relationship Id="rId14" Type="http://schemas.openxmlformats.org/officeDocument/2006/relationships/slideLayout" Target="../slideLayouts/slideLayout1.xml"/>
</Relationships>
</file>

<file path=ppt/slides/_rels/slide10.xml.rels><?xml version="1.0" encoding="UTF-8"?>
<Relationships xmlns="http://schemas.openxmlformats.org/package/2006/relationships"><Relationship Id="rId1" Type="http://schemas.openxmlformats.org/officeDocument/2006/relationships/image" Target="../media/image184.png"/><Relationship Id="rId2" Type="http://schemas.openxmlformats.org/officeDocument/2006/relationships/image" Target="../media/image185.png"/><Relationship Id="rId3" Type="http://schemas.openxmlformats.org/officeDocument/2006/relationships/image" Target="../media/image186.png"/><Relationship Id="rId4" Type="http://schemas.openxmlformats.org/officeDocument/2006/relationships/image" Target="../media/image187.png"/><Relationship Id="rId5" Type="http://schemas.openxmlformats.org/officeDocument/2006/relationships/image" Target="../media/image188.png"/><Relationship Id="rId6" Type="http://schemas.openxmlformats.org/officeDocument/2006/relationships/image" Target="../media/image189.png"/><Relationship Id="rId7" Type="http://schemas.openxmlformats.org/officeDocument/2006/relationships/image" Target="../media/image190.png"/><Relationship Id="rId8" Type="http://schemas.openxmlformats.org/officeDocument/2006/relationships/image" Target="../media/image191.png"/><Relationship Id="rId9" Type="http://schemas.openxmlformats.org/officeDocument/2006/relationships/image" Target="../media/image192.png"/><Relationship Id="rId10" Type="http://schemas.openxmlformats.org/officeDocument/2006/relationships/image" Target="../media/image193.png"/><Relationship Id="rId11" Type="http://schemas.openxmlformats.org/officeDocument/2006/relationships/image" Target="../media/image194.png"/><Relationship Id="rId12" Type="http://schemas.openxmlformats.org/officeDocument/2006/relationships/image" Target="../media/image195.png"/><Relationship Id="rId13" Type="http://schemas.openxmlformats.org/officeDocument/2006/relationships/image" Target="../media/image196.png"/><Relationship Id="rId14" Type="http://schemas.openxmlformats.org/officeDocument/2006/relationships/image" Target="../media/image197.png"/><Relationship Id="rId15" Type="http://schemas.openxmlformats.org/officeDocument/2006/relationships/slideLayout" Target="../slideLayouts/slideLayout1.xml"/>
</Relationships>
</file>

<file path=ppt/slides/_rels/slide11.xml.rels><?xml version="1.0" encoding="UTF-8"?>
<Relationships xmlns="http://schemas.openxmlformats.org/package/2006/relationships"><Relationship Id="rId1" Type="http://schemas.openxmlformats.org/officeDocument/2006/relationships/image" Target="../media/image198.png"/><Relationship Id="rId2" Type="http://schemas.openxmlformats.org/officeDocument/2006/relationships/image" Target="../media/image199.png"/><Relationship Id="rId3" Type="http://schemas.openxmlformats.org/officeDocument/2006/relationships/image" Target="../media/image200.png"/><Relationship Id="rId4" Type="http://schemas.openxmlformats.org/officeDocument/2006/relationships/image" Target="../media/image201.png"/><Relationship Id="rId5" Type="http://schemas.openxmlformats.org/officeDocument/2006/relationships/image" Target="../media/image202.png"/><Relationship Id="rId6" Type="http://schemas.openxmlformats.org/officeDocument/2006/relationships/image" Target="../media/image203.png"/><Relationship Id="rId7" Type="http://schemas.openxmlformats.org/officeDocument/2006/relationships/image" Target="../media/image204.png"/><Relationship Id="rId8" Type="http://schemas.openxmlformats.org/officeDocument/2006/relationships/image" Target="../media/image205.png"/><Relationship Id="rId9" Type="http://schemas.openxmlformats.org/officeDocument/2006/relationships/image" Target="../media/image206.png"/><Relationship Id="rId10" Type="http://schemas.openxmlformats.org/officeDocument/2006/relationships/image" Target="../media/image207.png"/><Relationship Id="rId11" Type="http://schemas.openxmlformats.org/officeDocument/2006/relationships/image" Target="../media/image208.png"/><Relationship Id="rId12" Type="http://schemas.openxmlformats.org/officeDocument/2006/relationships/image" Target="../media/image209.png"/><Relationship Id="rId13" Type="http://schemas.openxmlformats.org/officeDocument/2006/relationships/image" Target="../media/image210.png"/><Relationship Id="rId14" Type="http://schemas.openxmlformats.org/officeDocument/2006/relationships/image" Target="../media/image211.png"/><Relationship Id="rId15" Type="http://schemas.openxmlformats.org/officeDocument/2006/relationships/slideLayout" Target="../slideLayouts/slideLayout1.xml"/>
</Relationships>
</file>

<file path=ppt/slides/_rels/slide12.xml.rels><?xml version="1.0" encoding="UTF-8"?>
<Relationships xmlns="http://schemas.openxmlformats.org/package/2006/relationships"><Relationship Id="rId1" Type="http://schemas.openxmlformats.org/officeDocument/2006/relationships/image" Target="../media/image212.png"/><Relationship Id="rId2" Type="http://schemas.openxmlformats.org/officeDocument/2006/relationships/image" Target="../media/image213.png"/><Relationship Id="rId3" Type="http://schemas.openxmlformats.org/officeDocument/2006/relationships/image" Target="../media/image214.png"/><Relationship Id="rId4" Type="http://schemas.openxmlformats.org/officeDocument/2006/relationships/image" Target="../media/image215.png"/><Relationship Id="rId5" Type="http://schemas.openxmlformats.org/officeDocument/2006/relationships/image" Target="../media/image216.png"/><Relationship Id="rId6" Type="http://schemas.openxmlformats.org/officeDocument/2006/relationships/image" Target="../media/image217.png"/><Relationship Id="rId7" Type="http://schemas.openxmlformats.org/officeDocument/2006/relationships/image" Target="../media/image218.png"/><Relationship Id="rId8" Type="http://schemas.openxmlformats.org/officeDocument/2006/relationships/image" Target="../media/image219.png"/><Relationship Id="rId9" Type="http://schemas.openxmlformats.org/officeDocument/2006/relationships/image" Target="../media/image220.png"/><Relationship Id="rId10" Type="http://schemas.openxmlformats.org/officeDocument/2006/relationships/image" Target="../media/image221.png"/><Relationship Id="rId11" Type="http://schemas.openxmlformats.org/officeDocument/2006/relationships/image" Target="../media/image222.png"/><Relationship Id="rId12" Type="http://schemas.openxmlformats.org/officeDocument/2006/relationships/image" Target="../media/image223.png"/><Relationship Id="rId13" Type="http://schemas.openxmlformats.org/officeDocument/2006/relationships/image" Target="../media/image224.png"/><Relationship Id="rId14" Type="http://schemas.openxmlformats.org/officeDocument/2006/relationships/image" Target="../media/image225.png"/><Relationship Id="rId15" Type="http://schemas.openxmlformats.org/officeDocument/2006/relationships/image" Target="../media/image226.png"/><Relationship Id="rId16" Type="http://schemas.openxmlformats.org/officeDocument/2006/relationships/image" Target="../media/image227.png"/><Relationship Id="rId17" Type="http://schemas.openxmlformats.org/officeDocument/2006/relationships/image" Target="../media/image228.png"/><Relationship Id="rId18" Type="http://schemas.openxmlformats.org/officeDocument/2006/relationships/image" Target="../media/image229.png"/><Relationship Id="rId19" Type="http://schemas.openxmlformats.org/officeDocument/2006/relationships/image" Target="../media/image230.png"/><Relationship Id="rId20" Type="http://schemas.openxmlformats.org/officeDocument/2006/relationships/image" Target="../media/image231.png"/><Relationship Id="rId21" Type="http://schemas.openxmlformats.org/officeDocument/2006/relationships/image" Target="../media/image232.png"/><Relationship Id="rId22" Type="http://schemas.openxmlformats.org/officeDocument/2006/relationships/image" Target="../media/image233.png"/><Relationship Id="rId23" Type="http://schemas.openxmlformats.org/officeDocument/2006/relationships/image" Target="../media/image234.png"/><Relationship Id="rId24" Type="http://schemas.openxmlformats.org/officeDocument/2006/relationships/image" Target="../media/image235.png"/><Relationship Id="rId25" Type="http://schemas.openxmlformats.org/officeDocument/2006/relationships/image" Target="../media/image236.png"/><Relationship Id="rId26" Type="http://schemas.openxmlformats.org/officeDocument/2006/relationships/image" Target="../media/image237.png"/><Relationship Id="rId27" Type="http://schemas.openxmlformats.org/officeDocument/2006/relationships/image" Target="../media/image238.png"/><Relationship Id="rId28" Type="http://schemas.openxmlformats.org/officeDocument/2006/relationships/image" Target="../media/image239.png"/><Relationship Id="rId29" Type="http://schemas.openxmlformats.org/officeDocument/2006/relationships/image" Target="../media/image240.png"/><Relationship Id="rId30" Type="http://schemas.openxmlformats.org/officeDocument/2006/relationships/image" Target="../media/image241.png"/><Relationship Id="rId31" Type="http://schemas.openxmlformats.org/officeDocument/2006/relationships/image" Target="../media/image242.png"/><Relationship Id="rId32" Type="http://schemas.openxmlformats.org/officeDocument/2006/relationships/image" Target="../media/image243.png"/><Relationship Id="rId33" Type="http://schemas.openxmlformats.org/officeDocument/2006/relationships/image" Target="../media/image244.png"/><Relationship Id="rId34" Type="http://schemas.openxmlformats.org/officeDocument/2006/relationships/image" Target="../media/image245.png"/><Relationship Id="rId35" Type="http://schemas.openxmlformats.org/officeDocument/2006/relationships/image" Target="../media/image246.png"/><Relationship Id="rId36" Type="http://schemas.openxmlformats.org/officeDocument/2006/relationships/slideLayout" Target="../slideLayouts/slideLayout1.xml"/>
</Relationships>
</file>

<file path=ppt/slides/_rels/slide13.xml.rels><?xml version="1.0" encoding="UTF-8"?>
<Relationships xmlns="http://schemas.openxmlformats.org/package/2006/relationships"><Relationship Id="rId1" Type="http://schemas.openxmlformats.org/officeDocument/2006/relationships/image" Target="../media/image247.png"/><Relationship Id="rId2" Type="http://schemas.openxmlformats.org/officeDocument/2006/relationships/image" Target="../media/image248.png"/><Relationship Id="rId3" Type="http://schemas.openxmlformats.org/officeDocument/2006/relationships/image" Target="../media/image249.png"/><Relationship Id="rId4" Type="http://schemas.openxmlformats.org/officeDocument/2006/relationships/image" Target="../media/image250.png"/><Relationship Id="rId5" Type="http://schemas.openxmlformats.org/officeDocument/2006/relationships/image" Target="../media/image251.png"/><Relationship Id="rId6" Type="http://schemas.openxmlformats.org/officeDocument/2006/relationships/image" Target="../media/image252.png"/><Relationship Id="rId7" Type="http://schemas.openxmlformats.org/officeDocument/2006/relationships/image" Target="../media/image253.png"/><Relationship Id="rId8" Type="http://schemas.openxmlformats.org/officeDocument/2006/relationships/image" Target="../media/image254.png"/><Relationship Id="rId9" Type="http://schemas.openxmlformats.org/officeDocument/2006/relationships/image" Target="../media/image255.png"/><Relationship Id="rId10" Type="http://schemas.openxmlformats.org/officeDocument/2006/relationships/image" Target="../media/image256.png"/><Relationship Id="rId11" Type="http://schemas.openxmlformats.org/officeDocument/2006/relationships/image" Target="../media/image257.png"/><Relationship Id="rId12" Type="http://schemas.openxmlformats.org/officeDocument/2006/relationships/image" Target="../media/image258.png"/><Relationship Id="rId13" Type="http://schemas.openxmlformats.org/officeDocument/2006/relationships/image" Target="../media/image259.png"/><Relationship Id="rId14" Type="http://schemas.openxmlformats.org/officeDocument/2006/relationships/image" Target="../media/image260.png"/><Relationship Id="rId15" Type="http://schemas.openxmlformats.org/officeDocument/2006/relationships/image" Target="../media/image261.png"/><Relationship Id="rId16" Type="http://schemas.openxmlformats.org/officeDocument/2006/relationships/image" Target="../media/image262.png"/><Relationship Id="rId17" Type="http://schemas.openxmlformats.org/officeDocument/2006/relationships/image" Target="../media/image263.png"/><Relationship Id="rId18" Type="http://schemas.openxmlformats.org/officeDocument/2006/relationships/image" Target="../media/image264.png"/><Relationship Id="rId19" Type="http://schemas.openxmlformats.org/officeDocument/2006/relationships/image" Target="../media/image265.png"/><Relationship Id="rId20" Type="http://schemas.openxmlformats.org/officeDocument/2006/relationships/image" Target="../media/image266.png"/><Relationship Id="rId21" Type="http://schemas.openxmlformats.org/officeDocument/2006/relationships/image" Target="../media/image267.png"/><Relationship Id="rId22" Type="http://schemas.openxmlformats.org/officeDocument/2006/relationships/image" Target="../media/image268.png"/><Relationship Id="rId23" Type="http://schemas.openxmlformats.org/officeDocument/2006/relationships/image" Target="../media/image269.png"/><Relationship Id="rId24" Type="http://schemas.openxmlformats.org/officeDocument/2006/relationships/image" Target="../media/image270.png"/><Relationship Id="rId25" Type="http://schemas.openxmlformats.org/officeDocument/2006/relationships/image" Target="../media/image271.png"/><Relationship Id="rId26" Type="http://schemas.openxmlformats.org/officeDocument/2006/relationships/image" Target="../media/image272.png"/><Relationship Id="rId27" Type="http://schemas.openxmlformats.org/officeDocument/2006/relationships/image" Target="../media/image273.png"/><Relationship Id="rId28" Type="http://schemas.openxmlformats.org/officeDocument/2006/relationships/image" Target="../media/image274.png"/><Relationship Id="rId29" Type="http://schemas.openxmlformats.org/officeDocument/2006/relationships/image" Target="../media/image275.png"/><Relationship Id="rId30" Type="http://schemas.openxmlformats.org/officeDocument/2006/relationships/image" Target="../media/image276.png"/><Relationship Id="rId31" Type="http://schemas.openxmlformats.org/officeDocument/2006/relationships/image" Target="../media/image277.png"/><Relationship Id="rId32" Type="http://schemas.openxmlformats.org/officeDocument/2006/relationships/image" Target="../media/image278.png"/><Relationship Id="rId33" Type="http://schemas.openxmlformats.org/officeDocument/2006/relationships/image" Target="../media/image279.png"/><Relationship Id="rId34" Type="http://schemas.openxmlformats.org/officeDocument/2006/relationships/image" Target="../media/image280.png"/><Relationship Id="rId35" Type="http://schemas.openxmlformats.org/officeDocument/2006/relationships/image" Target="../media/image281.png"/><Relationship Id="rId36" Type="http://schemas.openxmlformats.org/officeDocument/2006/relationships/image" Target="../media/image282.png"/><Relationship Id="rId37" Type="http://schemas.openxmlformats.org/officeDocument/2006/relationships/image" Target="../media/image283.png"/><Relationship Id="rId38" Type="http://schemas.openxmlformats.org/officeDocument/2006/relationships/image" Target="../media/image284.png"/><Relationship Id="rId39" Type="http://schemas.openxmlformats.org/officeDocument/2006/relationships/image" Target="../media/image285.png"/><Relationship Id="rId40" Type="http://schemas.openxmlformats.org/officeDocument/2006/relationships/image" Target="../media/image286.png"/><Relationship Id="rId41" Type="http://schemas.openxmlformats.org/officeDocument/2006/relationships/image" Target="../media/image287.png"/><Relationship Id="rId42" Type="http://schemas.openxmlformats.org/officeDocument/2006/relationships/image" Target="../media/image288.png"/><Relationship Id="rId43" Type="http://schemas.openxmlformats.org/officeDocument/2006/relationships/image" Target="../media/image289.png"/><Relationship Id="rId44" Type="http://schemas.openxmlformats.org/officeDocument/2006/relationships/image" Target="../media/image290.png"/><Relationship Id="rId45" Type="http://schemas.openxmlformats.org/officeDocument/2006/relationships/image" Target="../media/image291.png"/><Relationship Id="rId46" Type="http://schemas.openxmlformats.org/officeDocument/2006/relationships/image" Target="../media/image292.png"/><Relationship Id="rId47" Type="http://schemas.openxmlformats.org/officeDocument/2006/relationships/slideLayout" Target="../slideLayouts/slideLayout1.xml"/>
</Relationships>
</file>

<file path=ppt/slides/_rels/slide14.xml.rels><?xml version="1.0" encoding="UTF-8"?>
<Relationships xmlns="http://schemas.openxmlformats.org/package/2006/relationships"><Relationship Id="rId1" Type="http://schemas.openxmlformats.org/officeDocument/2006/relationships/image" Target="../media/image293.png"/><Relationship Id="rId2" Type="http://schemas.openxmlformats.org/officeDocument/2006/relationships/image" Target="../media/image294.png"/><Relationship Id="rId3" Type="http://schemas.openxmlformats.org/officeDocument/2006/relationships/image" Target="../media/image295.png"/><Relationship Id="rId4" Type="http://schemas.openxmlformats.org/officeDocument/2006/relationships/image" Target="../media/image296.png"/><Relationship Id="rId5" Type="http://schemas.openxmlformats.org/officeDocument/2006/relationships/image" Target="../media/image297.png"/><Relationship Id="rId6" Type="http://schemas.openxmlformats.org/officeDocument/2006/relationships/image" Target="../media/image298.png"/><Relationship Id="rId7" Type="http://schemas.openxmlformats.org/officeDocument/2006/relationships/image" Target="../media/image299.png"/><Relationship Id="rId8" Type="http://schemas.openxmlformats.org/officeDocument/2006/relationships/image" Target="../media/image300.png"/><Relationship Id="rId9" Type="http://schemas.openxmlformats.org/officeDocument/2006/relationships/image" Target="../media/image301.png"/><Relationship Id="rId10" Type="http://schemas.openxmlformats.org/officeDocument/2006/relationships/image" Target="../media/image302.png"/><Relationship Id="rId11" Type="http://schemas.openxmlformats.org/officeDocument/2006/relationships/image" Target="../media/image303.png"/><Relationship Id="rId12" Type="http://schemas.openxmlformats.org/officeDocument/2006/relationships/image" Target="../media/image304.png"/><Relationship Id="rId13" Type="http://schemas.openxmlformats.org/officeDocument/2006/relationships/image" Target="../media/image305.png"/><Relationship Id="rId14" Type="http://schemas.openxmlformats.org/officeDocument/2006/relationships/image" Target="../media/image306.png"/><Relationship Id="rId15" Type="http://schemas.openxmlformats.org/officeDocument/2006/relationships/image" Target="../media/image307.png"/><Relationship Id="rId16" Type="http://schemas.openxmlformats.org/officeDocument/2006/relationships/image" Target="../media/image308.png"/><Relationship Id="rId17" Type="http://schemas.openxmlformats.org/officeDocument/2006/relationships/slideLayout" Target="../slideLayouts/slideLayout1.xml"/>
</Relationships>
</file>

<file path=ppt/slides/_rels/slide15.xml.rels><?xml version="1.0" encoding="UTF-8"?>
<Relationships xmlns="http://schemas.openxmlformats.org/package/2006/relationships"><Relationship Id="rId1" Type="http://schemas.openxmlformats.org/officeDocument/2006/relationships/image" Target="../media/image309.png"/><Relationship Id="rId2" Type="http://schemas.openxmlformats.org/officeDocument/2006/relationships/image" Target="../media/image310.png"/><Relationship Id="rId3" Type="http://schemas.openxmlformats.org/officeDocument/2006/relationships/image" Target="../media/image311.png"/><Relationship Id="rId4" Type="http://schemas.openxmlformats.org/officeDocument/2006/relationships/image" Target="../media/image312.png"/><Relationship Id="rId5" Type="http://schemas.openxmlformats.org/officeDocument/2006/relationships/image" Target="../media/image313.png"/><Relationship Id="rId6" Type="http://schemas.openxmlformats.org/officeDocument/2006/relationships/image" Target="../media/image314.png"/><Relationship Id="rId7" Type="http://schemas.openxmlformats.org/officeDocument/2006/relationships/image" Target="../media/image315.png"/><Relationship Id="rId8" Type="http://schemas.openxmlformats.org/officeDocument/2006/relationships/image" Target="../media/image316.png"/><Relationship Id="rId9" Type="http://schemas.openxmlformats.org/officeDocument/2006/relationships/image" Target="../media/image317.png"/><Relationship Id="rId10" Type="http://schemas.openxmlformats.org/officeDocument/2006/relationships/image" Target="../media/image318.png"/><Relationship Id="rId11" Type="http://schemas.openxmlformats.org/officeDocument/2006/relationships/image" Target="../media/image319.png"/><Relationship Id="rId12" Type="http://schemas.openxmlformats.org/officeDocument/2006/relationships/image" Target="../media/image320.png"/><Relationship Id="rId13" Type="http://schemas.openxmlformats.org/officeDocument/2006/relationships/image" Target="../media/image321.png"/><Relationship Id="rId14" Type="http://schemas.openxmlformats.org/officeDocument/2006/relationships/image" Target="../media/image322.png"/><Relationship Id="rId15" Type="http://schemas.openxmlformats.org/officeDocument/2006/relationships/image" Target="../media/image323.png"/><Relationship Id="rId16" Type="http://schemas.openxmlformats.org/officeDocument/2006/relationships/slideLayout" Target="../slideLayouts/slideLayout1.xml"/>
</Relationships>
</file>

<file path=ppt/slides/_rels/slide16.xml.rels><?xml version="1.0" encoding="UTF-8"?>
<Relationships xmlns="http://schemas.openxmlformats.org/package/2006/relationships"><Relationship Id="rId1" Type="http://schemas.openxmlformats.org/officeDocument/2006/relationships/image" Target="../media/image324.png"/><Relationship Id="rId2" Type="http://schemas.openxmlformats.org/officeDocument/2006/relationships/image" Target="../media/image325.png"/><Relationship Id="rId3" Type="http://schemas.openxmlformats.org/officeDocument/2006/relationships/image" Target="../media/image326.png"/><Relationship Id="rId4" Type="http://schemas.openxmlformats.org/officeDocument/2006/relationships/image" Target="../media/image327.png"/><Relationship Id="rId5" Type="http://schemas.openxmlformats.org/officeDocument/2006/relationships/image" Target="../media/image328.png"/><Relationship Id="rId6" Type="http://schemas.openxmlformats.org/officeDocument/2006/relationships/image" Target="../media/image329.png"/><Relationship Id="rId7" Type="http://schemas.openxmlformats.org/officeDocument/2006/relationships/image" Target="../media/image330.png"/><Relationship Id="rId8" Type="http://schemas.openxmlformats.org/officeDocument/2006/relationships/image" Target="../media/image331.png"/><Relationship Id="rId9" Type="http://schemas.openxmlformats.org/officeDocument/2006/relationships/image" Target="../media/image332.png"/><Relationship Id="rId10" Type="http://schemas.openxmlformats.org/officeDocument/2006/relationships/image" Target="../media/image333.png"/><Relationship Id="rId11" Type="http://schemas.openxmlformats.org/officeDocument/2006/relationships/image" Target="../media/image334.png"/><Relationship Id="rId12" Type="http://schemas.openxmlformats.org/officeDocument/2006/relationships/image" Target="../media/image335.png"/><Relationship Id="rId13" Type="http://schemas.openxmlformats.org/officeDocument/2006/relationships/image" Target="../media/image336.png"/><Relationship Id="rId14" Type="http://schemas.openxmlformats.org/officeDocument/2006/relationships/image" Target="../media/image337.png"/><Relationship Id="rId15" Type="http://schemas.openxmlformats.org/officeDocument/2006/relationships/slideLayout" Target="../slideLayouts/slideLayout1.xml"/>
</Relationships>
</file>

<file path=ppt/slides/_rels/slide17.xml.rels><?xml version="1.0" encoding="UTF-8"?>
<Relationships xmlns="http://schemas.openxmlformats.org/package/2006/relationships"><Relationship Id="rId1" Type="http://schemas.openxmlformats.org/officeDocument/2006/relationships/image" Target="../media/image338.png"/><Relationship Id="rId2" Type="http://schemas.openxmlformats.org/officeDocument/2006/relationships/image" Target="../media/image339.png"/><Relationship Id="rId3" Type="http://schemas.openxmlformats.org/officeDocument/2006/relationships/image" Target="../media/image340.png"/><Relationship Id="rId4" Type="http://schemas.openxmlformats.org/officeDocument/2006/relationships/image" Target="../media/image341.png"/><Relationship Id="rId5" Type="http://schemas.openxmlformats.org/officeDocument/2006/relationships/image" Target="../media/image342.png"/><Relationship Id="rId6" Type="http://schemas.openxmlformats.org/officeDocument/2006/relationships/image" Target="../media/image343.png"/><Relationship Id="rId7" Type="http://schemas.openxmlformats.org/officeDocument/2006/relationships/image" Target="../media/image344.png"/><Relationship Id="rId8" Type="http://schemas.openxmlformats.org/officeDocument/2006/relationships/image" Target="../media/image345.png"/><Relationship Id="rId9" Type="http://schemas.openxmlformats.org/officeDocument/2006/relationships/image" Target="../media/image346.png"/><Relationship Id="rId10" Type="http://schemas.openxmlformats.org/officeDocument/2006/relationships/slideLayout" Target="../slideLayouts/slideLayout1.xml"/>
</Relationships>
</file>

<file path=ppt/slides/_rels/slide18.xml.rels><?xml version="1.0" encoding="UTF-8"?>
<Relationships xmlns="http://schemas.openxmlformats.org/package/2006/relationships"><Relationship Id="rId1" Type="http://schemas.openxmlformats.org/officeDocument/2006/relationships/image" Target="../media/image347.png"/><Relationship Id="rId2" Type="http://schemas.openxmlformats.org/officeDocument/2006/relationships/image" Target="../media/image348.png"/><Relationship Id="rId3" Type="http://schemas.openxmlformats.org/officeDocument/2006/relationships/image" Target="../media/image349.png"/><Relationship Id="rId4" Type="http://schemas.openxmlformats.org/officeDocument/2006/relationships/image" Target="../media/image350.png"/><Relationship Id="rId5" Type="http://schemas.openxmlformats.org/officeDocument/2006/relationships/image" Target="../media/image351.png"/><Relationship Id="rId6" Type="http://schemas.openxmlformats.org/officeDocument/2006/relationships/image" Target="../media/image352.png"/><Relationship Id="rId7" Type="http://schemas.openxmlformats.org/officeDocument/2006/relationships/image" Target="../media/image353.png"/><Relationship Id="rId8" Type="http://schemas.openxmlformats.org/officeDocument/2006/relationships/image" Target="../media/image354.png"/><Relationship Id="rId9" Type="http://schemas.openxmlformats.org/officeDocument/2006/relationships/image" Target="../media/image355.png"/><Relationship Id="rId10" Type="http://schemas.openxmlformats.org/officeDocument/2006/relationships/slideLayout" Target="../slideLayouts/slideLayout1.xml"/>
</Relationships>
</file>

<file path=ppt/slides/_rels/slide19.xml.rels><?xml version="1.0" encoding="UTF-8"?>
<Relationships xmlns="http://schemas.openxmlformats.org/package/2006/relationships"><Relationship Id="rId1" Type="http://schemas.openxmlformats.org/officeDocument/2006/relationships/image" Target="../media/image356.png"/><Relationship Id="rId2" Type="http://schemas.openxmlformats.org/officeDocument/2006/relationships/image" Target="../media/image357.png"/><Relationship Id="rId3" Type="http://schemas.openxmlformats.org/officeDocument/2006/relationships/image" Target="../media/image358.png"/><Relationship Id="rId4" Type="http://schemas.openxmlformats.org/officeDocument/2006/relationships/image" Target="../media/image359.png"/><Relationship Id="rId5" Type="http://schemas.openxmlformats.org/officeDocument/2006/relationships/image" Target="../media/image360.png"/><Relationship Id="rId6" Type="http://schemas.openxmlformats.org/officeDocument/2006/relationships/image" Target="../media/image361.png"/><Relationship Id="rId7" Type="http://schemas.openxmlformats.org/officeDocument/2006/relationships/image" Target="../media/image362.png"/><Relationship Id="rId8" Type="http://schemas.openxmlformats.org/officeDocument/2006/relationships/image" Target="../media/image363.png"/><Relationship Id="rId9" Type="http://schemas.openxmlformats.org/officeDocument/2006/relationships/image" Target="../media/image364.png"/><Relationship Id="rId10" Type="http://schemas.openxmlformats.org/officeDocument/2006/relationships/slideLayout" Target="../slideLayouts/slideLayout1.xml"/>
</Relationships>
</file>

<file path=ppt/slides/_rels/slide20.xml.rels><?xml version="1.0" encoding="UTF-8"?>
<Relationships xmlns="http://schemas.openxmlformats.org/package/2006/relationships"><Relationship Id="rId1" Type="http://schemas.openxmlformats.org/officeDocument/2006/relationships/image" Target="../media/image365.png"/><Relationship Id="rId2" Type="http://schemas.openxmlformats.org/officeDocument/2006/relationships/image" Target="../media/image366.png"/><Relationship Id="rId3" Type="http://schemas.openxmlformats.org/officeDocument/2006/relationships/image" Target="../media/image367.png"/><Relationship Id="rId4" Type="http://schemas.openxmlformats.org/officeDocument/2006/relationships/image" Target="../media/image368.png"/><Relationship Id="rId5" Type="http://schemas.openxmlformats.org/officeDocument/2006/relationships/image" Target="../media/image369.png"/><Relationship Id="rId6" Type="http://schemas.openxmlformats.org/officeDocument/2006/relationships/image" Target="../media/image370.png"/><Relationship Id="rId7" Type="http://schemas.openxmlformats.org/officeDocument/2006/relationships/image" Target="../media/image371.png"/><Relationship Id="rId8" Type="http://schemas.openxmlformats.org/officeDocument/2006/relationships/image" Target="../media/image372.png"/><Relationship Id="rId9" Type="http://schemas.openxmlformats.org/officeDocument/2006/relationships/slideLayout" Target="../slideLayouts/slideLayout1.xml"/>
</Relationships>
</file>

<file path=ppt/slides/_rels/slide21.xml.rels><?xml version="1.0" encoding="UTF-8"?>
<Relationships xmlns="http://schemas.openxmlformats.org/package/2006/relationships"><Relationship Id="rId1" Type="http://schemas.openxmlformats.org/officeDocument/2006/relationships/image" Target="../media/image373.png"/><Relationship Id="rId2" Type="http://schemas.openxmlformats.org/officeDocument/2006/relationships/image" Target="../media/image374.png"/><Relationship Id="rId3" Type="http://schemas.openxmlformats.org/officeDocument/2006/relationships/image" Target="../media/image375.png"/><Relationship Id="rId4" Type="http://schemas.openxmlformats.org/officeDocument/2006/relationships/image" Target="../media/image376.png"/><Relationship Id="rId5" Type="http://schemas.openxmlformats.org/officeDocument/2006/relationships/image" Target="../media/image377.png"/><Relationship Id="rId6" Type="http://schemas.openxmlformats.org/officeDocument/2006/relationships/image" Target="../media/image378.png"/><Relationship Id="rId7" Type="http://schemas.openxmlformats.org/officeDocument/2006/relationships/image" Target="../media/image379.png"/><Relationship Id="rId8" Type="http://schemas.openxmlformats.org/officeDocument/2006/relationships/image" Target="../media/image380.png"/><Relationship Id="rId9" Type="http://schemas.openxmlformats.org/officeDocument/2006/relationships/image" Target="../media/image381.png"/><Relationship Id="rId10" Type="http://schemas.openxmlformats.org/officeDocument/2006/relationships/image" Target="../media/image382.png"/><Relationship Id="rId11" Type="http://schemas.openxmlformats.org/officeDocument/2006/relationships/image" Target="../media/image383.png"/><Relationship Id="rId12" Type="http://schemas.openxmlformats.org/officeDocument/2006/relationships/image" Target="../media/image384.png"/><Relationship Id="rId13" Type="http://schemas.openxmlformats.org/officeDocument/2006/relationships/image" Target="../media/image385.png"/><Relationship Id="rId14" Type="http://schemas.openxmlformats.org/officeDocument/2006/relationships/image" Target="../media/image386.png"/><Relationship Id="rId15" Type="http://schemas.openxmlformats.org/officeDocument/2006/relationships/image" Target="../media/image387.png"/><Relationship Id="rId16" Type="http://schemas.openxmlformats.org/officeDocument/2006/relationships/image" Target="../media/image388.png"/><Relationship Id="rId17" Type="http://schemas.openxmlformats.org/officeDocument/2006/relationships/image" Target="../media/image389.png"/><Relationship Id="rId18" Type="http://schemas.openxmlformats.org/officeDocument/2006/relationships/image" Target="../media/image390.png"/><Relationship Id="rId19" Type="http://schemas.openxmlformats.org/officeDocument/2006/relationships/image" Target="../media/image391.png"/><Relationship Id="rId20" Type="http://schemas.openxmlformats.org/officeDocument/2006/relationships/image" Target="../media/image392.png"/><Relationship Id="rId21" Type="http://schemas.openxmlformats.org/officeDocument/2006/relationships/image" Target="../media/image393.png"/><Relationship Id="rId22" Type="http://schemas.openxmlformats.org/officeDocument/2006/relationships/image" Target="../media/image394.png"/><Relationship Id="rId23" Type="http://schemas.openxmlformats.org/officeDocument/2006/relationships/slideLayout" Target="../slideLayouts/slideLayout1.xml"/>
</Relationships>
</file>

<file path=ppt/slides/_rels/slide22.xml.rels><?xml version="1.0" encoding="UTF-8"?>
<Relationships xmlns="http://schemas.openxmlformats.org/package/2006/relationships"><Relationship Id="rId1" Type="http://schemas.openxmlformats.org/officeDocument/2006/relationships/image" Target="../media/image395.png"/><Relationship Id="rId2" Type="http://schemas.openxmlformats.org/officeDocument/2006/relationships/image" Target="../media/image396.png"/><Relationship Id="rId3" Type="http://schemas.openxmlformats.org/officeDocument/2006/relationships/image" Target="../media/image397.png"/><Relationship Id="rId4" Type="http://schemas.openxmlformats.org/officeDocument/2006/relationships/image" Target="../media/image398.png"/><Relationship Id="rId5" Type="http://schemas.openxmlformats.org/officeDocument/2006/relationships/image" Target="../media/image399.png"/><Relationship Id="rId6" Type="http://schemas.openxmlformats.org/officeDocument/2006/relationships/image" Target="../media/image400.png"/><Relationship Id="rId7" Type="http://schemas.openxmlformats.org/officeDocument/2006/relationships/image" Target="../media/image401.png"/><Relationship Id="rId8" Type="http://schemas.openxmlformats.org/officeDocument/2006/relationships/image" Target="../media/image402.png"/><Relationship Id="rId9" Type="http://schemas.openxmlformats.org/officeDocument/2006/relationships/image" Target="../media/image403.png"/><Relationship Id="rId10" Type="http://schemas.openxmlformats.org/officeDocument/2006/relationships/image" Target="../media/image404.png"/><Relationship Id="rId11" Type="http://schemas.openxmlformats.org/officeDocument/2006/relationships/slideLayout" Target="../slideLayouts/slideLayout1.xml"/>
</Relationships>
</file>

<file path=ppt/slides/_rels/slide23.xml.rels><?xml version="1.0" encoding="UTF-8"?>
<Relationships xmlns="http://schemas.openxmlformats.org/package/2006/relationships"><Relationship Id="rId1" Type="http://schemas.openxmlformats.org/officeDocument/2006/relationships/image" Target="../media/image405.png"/><Relationship Id="rId2" Type="http://schemas.openxmlformats.org/officeDocument/2006/relationships/image" Target="../media/image406.png"/><Relationship Id="rId3" Type="http://schemas.openxmlformats.org/officeDocument/2006/relationships/image" Target="../media/image407.png"/><Relationship Id="rId4" Type="http://schemas.openxmlformats.org/officeDocument/2006/relationships/image" Target="../media/image408.png"/><Relationship Id="rId5" Type="http://schemas.openxmlformats.org/officeDocument/2006/relationships/image" Target="../media/image409.png"/><Relationship Id="rId6" Type="http://schemas.openxmlformats.org/officeDocument/2006/relationships/image" Target="../media/image410.png"/><Relationship Id="rId7" Type="http://schemas.openxmlformats.org/officeDocument/2006/relationships/image" Target="../media/image411.png"/><Relationship Id="rId8" Type="http://schemas.openxmlformats.org/officeDocument/2006/relationships/image" Target="../media/image412.png"/><Relationship Id="rId9" Type="http://schemas.openxmlformats.org/officeDocument/2006/relationships/image" Target="../media/image413.png"/><Relationship Id="rId10" Type="http://schemas.openxmlformats.org/officeDocument/2006/relationships/image" Target="../media/image414.png"/><Relationship Id="rId11" Type="http://schemas.openxmlformats.org/officeDocument/2006/relationships/slideLayout" Target="../slideLayouts/slideLayout1.xml"/>
</Relationships>
</file>

<file path=ppt/slides/_rels/slide24.xml.rels><?xml version="1.0" encoding="UTF-8"?>
<Relationships xmlns="http://schemas.openxmlformats.org/package/2006/relationships"><Relationship Id="rId1" Type="http://schemas.openxmlformats.org/officeDocument/2006/relationships/image" Target="../media/image415.png"/><Relationship Id="rId2" Type="http://schemas.openxmlformats.org/officeDocument/2006/relationships/image" Target="../media/image416.png"/><Relationship Id="rId3" Type="http://schemas.openxmlformats.org/officeDocument/2006/relationships/image" Target="../media/image417.png"/><Relationship Id="rId4" Type="http://schemas.openxmlformats.org/officeDocument/2006/relationships/image" Target="../media/image418.png"/><Relationship Id="rId5" Type="http://schemas.openxmlformats.org/officeDocument/2006/relationships/image" Target="../media/image419.png"/><Relationship Id="rId6" Type="http://schemas.openxmlformats.org/officeDocument/2006/relationships/image" Target="../media/image420.png"/><Relationship Id="rId7" Type="http://schemas.openxmlformats.org/officeDocument/2006/relationships/image" Target="../media/image421.png"/><Relationship Id="rId8" Type="http://schemas.openxmlformats.org/officeDocument/2006/relationships/image" Target="../media/image422.png"/><Relationship Id="rId9" Type="http://schemas.openxmlformats.org/officeDocument/2006/relationships/image" Target="../media/image423.png"/><Relationship Id="rId10" Type="http://schemas.openxmlformats.org/officeDocument/2006/relationships/image" Target="../media/image424.png"/><Relationship Id="rId11" Type="http://schemas.openxmlformats.org/officeDocument/2006/relationships/image" Target="../media/image425.png"/><Relationship Id="rId12" Type="http://schemas.openxmlformats.org/officeDocument/2006/relationships/image" Target="../media/image426.png"/><Relationship Id="rId13" Type="http://schemas.openxmlformats.org/officeDocument/2006/relationships/image" Target="../media/image427.png"/><Relationship Id="rId14" Type="http://schemas.openxmlformats.org/officeDocument/2006/relationships/image" Target="../media/image428.png"/><Relationship Id="rId15" Type="http://schemas.openxmlformats.org/officeDocument/2006/relationships/image" Target="../media/image429.png"/><Relationship Id="rId16" Type="http://schemas.openxmlformats.org/officeDocument/2006/relationships/slideLayout" Target="../slideLayouts/slideLayout1.xml"/>
</Relationships>
</file>

<file path=ppt/slides/_rels/slide25.xml.rels><?xml version="1.0" encoding="UTF-8"?>
<Relationships xmlns="http://schemas.openxmlformats.org/package/2006/relationships"><Relationship Id="rId1" Type="http://schemas.openxmlformats.org/officeDocument/2006/relationships/image" Target="../media/image430.png"/><Relationship Id="rId2" Type="http://schemas.openxmlformats.org/officeDocument/2006/relationships/image" Target="../media/image431.png"/><Relationship Id="rId3" Type="http://schemas.openxmlformats.org/officeDocument/2006/relationships/image" Target="../media/image432.png"/><Relationship Id="rId4" Type="http://schemas.openxmlformats.org/officeDocument/2006/relationships/image" Target="../media/image433.png"/><Relationship Id="rId5" Type="http://schemas.openxmlformats.org/officeDocument/2006/relationships/image" Target="../media/image434.png"/><Relationship Id="rId6" Type="http://schemas.openxmlformats.org/officeDocument/2006/relationships/image" Target="../media/image435.png"/><Relationship Id="rId7" Type="http://schemas.openxmlformats.org/officeDocument/2006/relationships/image" Target="../media/image436.png"/><Relationship Id="rId8" Type="http://schemas.openxmlformats.org/officeDocument/2006/relationships/image" Target="../media/image437.png"/><Relationship Id="rId9" Type="http://schemas.openxmlformats.org/officeDocument/2006/relationships/image" Target="../media/image438.png"/><Relationship Id="rId10" Type="http://schemas.openxmlformats.org/officeDocument/2006/relationships/slideLayout" Target="../slideLayouts/slideLayout1.xml"/>
</Relationships>
</file>

<file path=ppt/slides/_rels/slide26.xml.rels><?xml version="1.0" encoding="UTF-8"?>
<Relationships xmlns="http://schemas.openxmlformats.org/package/2006/relationships"><Relationship Id="rId1" Type="http://schemas.openxmlformats.org/officeDocument/2006/relationships/image" Target="../media/image439.png"/><Relationship Id="rId2" Type="http://schemas.openxmlformats.org/officeDocument/2006/relationships/image" Target="../media/image440.png"/><Relationship Id="rId3" Type="http://schemas.openxmlformats.org/officeDocument/2006/relationships/image" Target="../media/image441.png"/><Relationship Id="rId4" Type="http://schemas.openxmlformats.org/officeDocument/2006/relationships/image" Target="../media/image442.png"/><Relationship Id="rId5" Type="http://schemas.openxmlformats.org/officeDocument/2006/relationships/slideLayout" Target="../slideLayouts/slideLayout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" name="Group 2"/>
          <p:cNvGrpSpPr/>
          <p:nvPr/>
        </p:nvGrpSpPr>
        <p:grpSpPr>
          <a:xfrm>
            <a:off x="14538960" y="-2468880"/>
            <a:ext cx="7131960" cy="7131960"/>
            <a:chOff x="14538960" y="-2468880"/>
            <a:chExt cx="7131960" cy="7131960"/>
          </a:xfrm>
        </p:grpSpPr>
        <p:sp>
          <p:nvSpPr>
            <p:cNvPr id="42" name="Freeform 3"/>
            <p:cNvSpPr/>
            <p:nvPr/>
          </p:nvSpPr>
          <p:spPr>
            <a:xfrm>
              <a:off x="14538960" y="-2468880"/>
              <a:ext cx="7131960" cy="7131960"/>
            </a:xfrm>
            <a:custGeom>
              <a:avLst/>
              <a:gdLst/>
              <a:ah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5b42f3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3" name="Group 4"/>
          <p:cNvGrpSpPr/>
          <p:nvPr/>
        </p:nvGrpSpPr>
        <p:grpSpPr>
          <a:xfrm>
            <a:off x="-3017520" y="7132320"/>
            <a:ext cx="6583320" cy="6583320"/>
            <a:chOff x="-3017520" y="7132320"/>
            <a:chExt cx="6583320" cy="6583320"/>
          </a:xfrm>
        </p:grpSpPr>
        <p:sp>
          <p:nvSpPr>
            <p:cNvPr id="44" name="Freeform 5"/>
            <p:cNvSpPr/>
            <p:nvPr/>
          </p:nvSpPr>
          <p:spPr>
            <a:xfrm>
              <a:off x="-3017520" y="7132320"/>
              <a:ext cx="6583320" cy="6583320"/>
            </a:xfrm>
            <a:custGeom>
              <a:avLst/>
              <a:gdLst/>
              <a:ahLst/>
              <a:rect l="l" t="t" r="r" b="b"/>
              <a:pathLst>
                <a:path w="8778240" h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2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7662f5">
                <a:alpha val="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" name="Group 6"/>
          <p:cNvGrpSpPr/>
          <p:nvPr/>
        </p:nvGrpSpPr>
        <p:grpSpPr>
          <a:xfrm>
            <a:off x="8389440" y="1440360"/>
            <a:ext cx="1508400" cy="1508400"/>
            <a:chOff x="8389440" y="1440360"/>
            <a:chExt cx="1508400" cy="1508400"/>
          </a:xfrm>
        </p:grpSpPr>
        <p:sp>
          <p:nvSpPr>
            <p:cNvPr id="46" name="Freeform 7"/>
            <p:cNvSpPr/>
            <p:nvPr/>
          </p:nvSpPr>
          <p:spPr>
            <a:xfrm>
              <a:off x="8389440" y="1440360"/>
              <a:ext cx="1508400" cy="1508400"/>
            </a:xfrm>
            <a:custGeom>
              <a:avLst/>
              <a:gdLst/>
              <a:ahLst/>
              <a:rect l="l" t="t" r="r" b="b"/>
              <a:pathLst>
                <a:path w="2011680" h="2011680">
                  <a:moveTo>
                    <a:pt x="0" y="1005840"/>
                  </a:moveTo>
                  <a:cubicBezTo>
                    <a:pt x="0" y="450342"/>
                    <a:pt x="450342" y="0"/>
                    <a:pt x="1005840" y="0"/>
                  </a:cubicBezTo>
                  <a:cubicBezTo>
                    <a:pt x="1561338" y="0"/>
                    <a:pt x="2011680" y="450342"/>
                    <a:pt x="2011680" y="1005840"/>
                  </a:cubicBezTo>
                  <a:cubicBezTo>
                    <a:pt x="2011680" y="1561338"/>
                    <a:pt x="1561338" y="2011680"/>
                    <a:pt x="1005840" y="2011680"/>
                  </a:cubicBezTo>
                  <a:cubicBezTo>
                    <a:pt x="450342" y="2011680"/>
                    <a:pt x="0" y="1561338"/>
                    <a:pt x="0" y="1005840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7" name="Group 8"/>
          <p:cNvGrpSpPr/>
          <p:nvPr/>
        </p:nvGrpSpPr>
        <p:grpSpPr>
          <a:xfrm>
            <a:off x="8745840" y="1796760"/>
            <a:ext cx="795240" cy="795240"/>
            <a:chOff x="8745840" y="1796760"/>
            <a:chExt cx="795240" cy="795240"/>
          </a:xfrm>
        </p:grpSpPr>
        <p:sp>
          <p:nvSpPr>
            <p:cNvPr id="48" name="Freeform 9"/>
            <p:cNvSpPr/>
            <p:nvPr/>
          </p:nvSpPr>
          <p:spPr>
            <a:xfrm>
              <a:off x="8745840" y="1796760"/>
              <a:ext cx="795240" cy="795240"/>
            </a:xfrm>
            <a:custGeom>
              <a:avLst/>
              <a:gdLst/>
              <a:ahLst/>
              <a:rect l="l" t="t" r="r" b="b"/>
              <a:pathLst>
                <a:path w="1060704" h="1060704">
                  <a:moveTo>
                    <a:pt x="0" y="0"/>
                  </a:moveTo>
                  <a:lnTo>
                    <a:pt x="1060704" y="0"/>
                  </a:lnTo>
                  <a:lnTo>
                    <a:pt x="1060704" y="1060704"/>
                  </a:lnTo>
                  <a:lnTo>
                    <a:pt x="0" y="106070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9" name="Group 10"/>
          <p:cNvGrpSpPr/>
          <p:nvPr/>
        </p:nvGrpSpPr>
        <p:grpSpPr>
          <a:xfrm>
            <a:off x="0" y="3353400"/>
            <a:ext cx="18287280" cy="1241280"/>
            <a:chOff x="0" y="3353400"/>
            <a:chExt cx="18287280" cy="1241280"/>
          </a:xfrm>
        </p:grpSpPr>
        <p:sp>
          <p:nvSpPr>
            <p:cNvPr id="50" name="Freeform 11"/>
            <p:cNvSpPr/>
            <p:nvPr/>
          </p:nvSpPr>
          <p:spPr>
            <a:xfrm>
              <a:off x="0" y="3360600"/>
              <a:ext cx="18287280" cy="1234080"/>
            </a:xfrm>
            <a:custGeom>
              <a:avLst/>
              <a:gdLst/>
              <a:ahLst/>
              <a:rect l="l" t="t" r="r" b="b"/>
              <a:pathLst>
                <a:path w="24383391" h="1645920">
                  <a:moveTo>
                    <a:pt x="0" y="0"/>
                  </a:moveTo>
                  <a:lnTo>
                    <a:pt x="24383391" y="0"/>
                  </a:lnTo>
                  <a:lnTo>
                    <a:pt x="24383391" y="1645920"/>
                  </a:lnTo>
                  <a:lnTo>
                    <a:pt x="0" y="164592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" name="TextBox 12"/>
            <p:cNvSpPr/>
            <p:nvPr/>
          </p:nvSpPr>
          <p:spPr>
            <a:xfrm>
              <a:off x="0" y="3353400"/>
              <a:ext cx="18287280" cy="124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9000"/>
                </a:lnSpc>
                <a:buNone/>
              </a:pPr>
              <a:r>
                <a:rPr b="1" lang="en-US" sz="7500" spc="-1" strike="noStrike">
                  <a:solidFill>
                    <a:srgbClr val="ffffff"/>
                  </a:solidFill>
                  <a:latin typeface="Cambria Bold"/>
                  <a:ea typeface="Cambria Bold"/>
                </a:rPr>
                <a:t>MY SCHEDULE</a:t>
              </a:r>
              <a:endParaRPr b="0" lang="vi-VN" sz="7500" spc="-1" strike="noStrike">
                <a:latin typeface="Noto Sans CJK SC"/>
              </a:endParaRPr>
            </a:p>
          </p:txBody>
        </p:sp>
      </p:grpSp>
      <p:grpSp>
        <p:nvGrpSpPr>
          <p:cNvPr id="52" name="Group 13"/>
          <p:cNvGrpSpPr/>
          <p:nvPr/>
        </p:nvGrpSpPr>
        <p:grpSpPr>
          <a:xfrm>
            <a:off x="2285640" y="4559040"/>
            <a:ext cx="13715640" cy="721440"/>
            <a:chOff x="2285640" y="4559040"/>
            <a:chExt cx="13715640" cy="721440"/>
          </a:xfrm>
        </p:grpSpPr>
        <p:sp>
          <p:nvSpPr>
            <p:cNvPr id="53" name="Freeform 14"/>
            <p:cNvSpPr/>
            <p:nvPr/>
          </p:nvSpPr>
          <p:spPr>
            <a:xfrm>
              <a:off x="2285640" y="4595040"/>
              <a:ext cx="13715640" cy="685440"/>
            </a:xfrm>
            <a:custGeom>
              <a:avLst/>
              <a:gdLst/>
              <a:ahLst/>
              <a:rect l="l" t="t" r="r" b="b"/>
              <a:pathLst>
                <a:path w="18288000" h="914400">
                  <a:moveTo>
                    <a:pt x="0" y="0"/>
                  </a:moveTo>
                  <a:lnTo>
                    <a:pt x="18288000" y="0"/>
                  </a:lnTo>
                  <a:lnTo>
                    <a:pt x="182880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" name="TextBox 15"/>
            <p:cNvSpPr/>
            <p:nvPr/>
          </p:nvSpPr>
          <p:spPr>
            <a:xfrm>
              <a:off x="2285640" y="4559040"/>
              <a:ext cx="13715640" cy="721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3061"/>
                </a:lnSpc>
                <a:buNone/>
              </a:pPr>
              <a:r>
                <a:rPr b="0" lang="en-US" sz="2550" spc="-1" strike="noStrike">
                  <a:solidFill>
                    <a:srgbClr val="cfc9f7"/>
                  </a:solidFill>
                  <a:latin typeface="Calibri (MS)"/>
                  <a:ea typeface="Calibri (MS)"/>
                </a:rPr>
                <a:t>Ứng dụng quản lý lịch trình &amp; năng suất cá nhân thông minh</a:t>
              </a:r>
              <a:endParaRPr b="0" lang="vi-VN" sz="2550" spc="-1" strike="noStrike">
                <a:latin typeface="Noto Sans CJK SC"/>
              </a:endParaRPr>
            </a:p>
          </p:txBody>
        </p:sp>
      </p:grpSp>
      <p:grpSp>
        <p:nvGrpSpPr>
          <p:cNvPr id="55" name="Group 16"/>
          <p:cNvGrpSpPr/>
          <p:nvPr/>
        </p:nvGrpSpPr>
        <p:grpSpPr>
          <a:xfrm>
            <a:off x="5430960" y="5668920"/>
            <a:ext cx="2967480" cy="594720"/>
            <a:chOff x="5430960" y="5668920"/>
            <a:chExt cx="2967480" cy="594720"/>
          </a:xfrm>
        </p:grpSpPr>
        <p:sp>
          <p:nvSpPr>
            <p:cNvPr id="56" name="Freeform 17"/>
            <p:cNvSpPr/>
            <p:nvPr/>
          </p:nvSpPr>
          <p:spPr>
            <a:xfrm>
              <a:off x="5430960" y="5668920"/>
              <a:ext cx="2967480" cy="594720"/>
            </a:xfrm>
            <a:custGeom>
              <a:avLst/>
              <a:gdLst/>
              <a:ahLst/>
              <a:rect l="l" t="t" r="r" b="b"/>
              <a:pathLst>
                <a:path w="3957193" h="793496">
                  <a:moveTo>
                    <a:pt x="0" y="396748"/>
                  </a:moveTo>
                  <a:cubicBezTo>
                    <a:pt x="0" y="177546"/>
                    <a:pt x="177546" y="0"/>
                    <a:pt x="396748" y="0"/>
                  </a:cubicBezTo>
                  <a:lnTo>
                    <a:pt x="3560445" y="0"/>
                  </a:lnTo>
                  <a:cubicBezTo>
                    <a:pt x="3779520" y="0"/>
                    <a:pt x="3957193" y="177546"/>
                    <a:pt x="3957193" y="396748"/>
                  </a:cubicBezTo>
                  <a:cubicBezTo>
                    <a:pt x="3957193" y="615950"/>
                    <a:pt x="3779647" y="793496"/>
                    <a:pt x="3560445" y="793496"/>
                  </a:cubicBezTo>
                  <a:lnTo>
                    <a:pt x="396748" y="793496"/>
                  </a:lnTo>
                  <a:cubicBezTo>
                    <a:pt x="177546" y="793369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7662f5">
                <a:alpha val="16000"/>
              </a:srgbClr>
            </a:solidFill>
            <a:ln cap="sq" w="19050">
              <a:solidFill>
                <a:srgbClr val="8c7df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" name="Group 18"/>
          <p:cNvGrpSpPr/>
          <p:nvPr/>
        </p:nvGrpSpPr>
        <p:grpSpPr>
          <a:xfrm>
            <a:off x="5440680" y="5657040"/>
            <a:ext cx="2948400" cy="597240"/>
            <a:chOff x="5440680" y="5657040"/>
            <a:chExt cx="2948400" cy="597240"/>
          </a:xfrm>
        </p:grpSpPr>
        <p:sp>
          <p:nvSpPr>
            <p:cNvPr id="58" name="Freeform 19"/>
            <p:cNvSpPr/>
            <p:nvPr/>
          </p:nvSpPr>
          <p:spPr>
            <a:xfrm>
              <a:off x="5440680" y="5678640"/>
              <a:ext cx="2948400" cy="575640"/>
            </a:xfrm>
            <a:custGeom>
              <a:avLst/>
              <a:gdLst/>
              <a:ahLst/>
              <a:rect l="l" t="t" r="r" b="b"/>
              <a:pathLst>
                <a:path w="3931800" h="768000">
                  <a:moveTo>
                    <a:pt x="0" y="0"/>
                  </a:moveTo>
                  <a:lnTo>
                    <a:pt x="3931800" y="0"/>
                  </a:lnTo>
                  <a:lnTo>
                    <a:pt x="39318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" name="TextBox 20"/>
            <p:cNvSpPr/>
            <p:nvPr/>
          </p:nvSpPr>
          <p:spPr>
            <a:xfrm>
              <a:off x="5440680" y="5657040"/>
              <a:ext cx="2948400" cy="59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ANDROID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60" name="Group 21"/>
          <p:cNvGrpSpPr/>
          <p:nvPr/>
        </p:nvGrpSpPr>
        <p:grpSpPr>
          <a:xfrm>
            <a:off x="9888480" y="5668920"/>
            <a:ext cx="2967480" cy="594720"/>
            <a:chOff x="9888480" y="5668920"/>
            <a:chExt cx="2967480" cy="594720"/>
          </a:xfrm>
        </p:grpSpPr>
        <p:sp>
          <p:nvSpPr>
            <p:cNvPr id="61" name="Freeform 22"/>
            <p:cNvSpPr/>
            <p:nvPr/>
          </p:nvSpPr>
          <p:spPr>
            <a:xfrm>
              <a:off x="9888480" y="5668920"/>
              <a:ext cx="2967480" cy="594720"/>
            </a:xfrm>
            <a:custGeom>
              <a:avLst/>
              <a:gdLst/>
              <a:ahLst/>
              <a:rect l="l" t="t" r="r" b="b"/>
              <a:pathLst>
                <a:path w="3957193" h="793496">
                  <a:moveTo>
                    <a:pt x="0" y="396748"/>
                  </a:moveTo>
                  <a:cubicBezTo>
                    <a:pt x="0" y="177546"/>
                    <a:pt x="177546" y="0"/>
                    <a:pt x="396748" y="0"/>
                  </a:cubicBezTo>
                  <a:lnTo>
                    <a:pt x="3560445" y="0"/>
                  </a:lnTo>
                  <a:cubicBezTo>
                    <a:pt x="3779520" y="0"/>
                    <a:pt x="3957193" y="177546"/>
                    <a:pt x="3957193" y="396748"/>
                  </a:cubicBezTo>
                  <a:cubicBezTo>
                    <a:pt x="3957193" y="615950"/>
                    <a:pt x="3779647" y="793496"/>
                    <a:pt x="3560445" y="793496"/>
                  </a:cubicBezTo>
                  <a:lnTo>
                    <a:pt x="396748" y="793496"/>
                  </a:lnTo>
                  <a:cubicBezTo>
                    <a:pt x="177546" y="793369"/>
                    <a:pt x="0" y="615823"/>
                    <a:pt x="0" y="396748"/>
                  </a:cubicBezTo>
                  <a:close/>
                </a:path>
              </a:pathLst>
            </a:custGeom>
            <a:solidFill>
              <a:srgbClr val="7662f5">
                <a:alpha val="16000"/>
              </a:srgbClr>
            </a:solidFill>
            <a:ln cap="sq" w="19050">
              <a:solidFill>
                <a:srgbClr val="8c7df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2" name="Group 23"/>
          <p:cNvGrpSpPr/>
          <p:nvPr/>
        </p:nvGrpSpPr>
        <p:grpSpPr>
          <a:xfrm>
            <a:off x="9898200" y="5657040"/>
            <a:ext cx="2948400" cy="597240"/>
            <a:chOff x="9898200" y="5657040"/>
            <a:chExt cx="2948400" cy="597240"/>
          </a:xfrm>
        </p:grpSpPr>
        <p:sp>
          <p:nvSpPr>
            <p:cNvPr id="63" name="Freeform 24"/>
            <p:cNvSpPr/>
            <p:nvPr/>
          </p:nvSpPr>
          <p:spPr>
            <a:xfrm>
              <a:off x="9898200" y="5678640"/>
              <a:ext cx="2948400" cy="575640"/>
            </a:xfrm>
            <a:custGeom>
              <a:avLst/>
              <a:gdLst/>
              <a:ahLst/>
              <a:rect l="l" t="t" r="r" b="b"/>
              <a:pathLst>
                <a:path w="3931800" h="768000">
                  <a:moveTo>
                    <a:pt x="0" y="0"/>
                  </a:moveTo>
                  <a:lnTo>
                    <a:pt x="3931800" y="0"/>
                  </a:lnTo>
                  <a:lnTo>
                    <a:pt x="39318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" name="TextBox 25"/>
            <p:cNvSpPr/>
            <p:nvPr/>
          </p:nvSpPr>
          <p:spPr>
            <a:xfrm>
              <a:off x="9898200" y="5657040"/>
              <a:ext cx="2948400" cy="597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AI GEMINI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sp>
        <p:nvSpPr>
          <p:cNvPr id="65" name="AutoShape 26"/>
          <p:cNvSpPr/>
          <p:nvPr/>
        </p:nvSpPr>
        <p:spPr>
          <a:xfrm>
            <a:off x="6116400" y="8808840"/>
            <a:ext cx="6054120" cy="18720"/>
          </a:xfrm>
          <a:prstGeom prst="line">
            <a:avLst/>
          </a:prstGeom>
          <a:ln cap="rnd" w="9525">
            <a:solidFill>
              <a:srgbClr val="463b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66" name="Group 27"/>
          <p:cNvGrpSpPr/>
          <p:nvPr/>
        </p:nvGrpSpPr>
        <p:grpSpPr>
          <a:xfrm>
            <a:off x="0" y="9061920"/>
            <a:ext cx="18287280" cy="515520"/>
            <a:chOff x="0" y="9061920"/>
            <a:chExt cx="18287280" cy="515520"/>
          </a:xfrm>
        </p:grpSpPr>
        <p:sp>
          <p:nvSpPr>
            <p:cNvPr id="67" name="Freeform 28"/>
            <p:cNvSpPr/>
            <p:nvPr/>
          </p:nvSpPr>
          <p:spPr>
            <a:xfrm>
              <a:off x="0" y="9097560"/>
              <a:ext cx="18287280" cy="479880"/>
            </a:xfrm>
            <a:custGeom>
              <a:avLst/>
              <a:gdLst/>
              <a:ahLst/>
              <a:rect l="l" t="t" r="r" b="b"/>
              <a:pathLst>
                <a:path w="24383400" h="640200">
                  <a:moveTo>
                    <a:pt x="0" y="0"/>
                  </a:moveTo>
                  <a:lnTo>
                    <a:pt x="24383400" y="0"/>
                  </a:lnTo>
                  <a:lnTo>
                    <a:pt x="24383400" y="640200"/>
                  </a:lnTo>
                  <a:lnTo>
                    <a:pt x="0" y="64020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" name="TextBox 29"/>
            <p:cNvSpPr/>
            <p:nvPr/>
          </p:nvSpPr>
          <p:spPr>
            <a:xfrm>
              <a:off x="0" y="9061920"/>
              <a:ext cx="18287280" cy="515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341"/>
                </a:lnSpc>
                <a:buNone/>
              </a:pPr>
              <a:r>
                <a:rPr b="0" lang="en-US" sz="1950" spc="-1" strike="noStrike">
                  <a:solidFill>
                    <a:srgbClr val="a79ee8"/>
                  </a:solidFill>
                  <a:latin typeface="Calibri (MS)"/>
                  <a:ea typeface="Calibri (MS)"/>
                </a:rPr>
                <a:t>Báo cáo Mini-Project Thực tập — Ứng dụng Android</a:t>
              </a:r>
              <a:endParaRPr b="0" lang="vi-VN" sz="1950" spc="-1" strike="noStrike">
                <a:latin typeface="Noto Sans CJK SC"/>
              </a:endParaRPr>
            </a:p>
          </p:txBody>
        </p:sp>
      </p:grpSp>
      <p:grpSp>
        <p:nvGrpSpPr>
          <p:cNvPr id="69" name="Group 30"/>
          <p:cNvGrpSpPr/>
          <p:nvPr/>
        </p:nvGrpSpPr>
        <p:grpSpPr>
          <a:xfrm>
            <a:off x="7476120" y="6691680"/>
            <a:ext cx="3335040" cy="1658160"/>
            <a:chOff x="7476120" y="6691680"/>
            <a:chExt cx="3335040" cy="1658160"/>
          </a:xfrm>
        </p:grpSpPr>
        <p:sp>
          <p:nvSpPr>
            <p:cNvPr id="70" name="Freeform 31"/>
            <p:cNvSpPr/>
            <p:nvPr/>
          </p:nvSpPr>
          <p:spPr>
            <a:xfrm>
              <a:off x="7476120" y="6727320"/>
              <a:ext cx="3335040" cy="1622520"/>
            </a:xfrm>
            <a:custGeom>
              <a:avLst/>
              <a:gdLst/>
              <a:ahLst/>
              <a:rect l="l" t="t" r="r" b="b"/>
              <a:pathLst>
                <a:path w="4447200" h="2163600">
                  <a:moveTo>
                    <a:pt x="0" y="0"/>
                  </a:moveTo>
                  <a:lnTo>
                    <a:pt x="4447200" y="0"/>
                  </a:lnTo>
                  <a:lnTo>
                    <a:pt x="4447200" y="2163600"/>
                  </a:lnTo>
                  <a:lnTo>
                    <a:pt x="0" y="21636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1" name="TextBox 32"/>
            <p:cNvSpPr/>
            <p:nvPr/>
          </p:nvSpPr>
          <p:spPr>
            <a:xfrm>
              <a:off x="7476120" y="6691680"/>
              <a:ext cx="3335040" cy="1658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3061"/>
                </a:lnSpc>
                <a:buNone/>
              </a:pPr>
              <a:r>
                <a:rPr b="0" lang="en-US" sz="2550" spc="-1" strike="noStrike">
                  <a:solidFill>
                    <a:srgbClr val="cfc9f7"/>
                  </a:solidFill>
                  <a:latin typeface="Calibri (MS)"/>
                  <a:ea typeface="Calibri (MS)"/>
                </a:rPr>
                <a:t>Nhóm 4</a:t>
              </a:r>
              <a:endParaRPr b="0" lang="vi-VN" sz="2550" spc="-1" strike="noStrike">
                <a:latin typeface="Noto Sans CJK SC"/>
              </a:endParaRPr>
            </a:p>
            <a:p>
              <a:pPr>
                <a:lnSpc>
                  <a:spcPts val="3061"/>
                </a:lnSpc>
                <a:buNone/>
              </a:pPr>
              <a:r>
                <a:rPr b="0" lang="en-US" sz="2550" spc="-1" strike="noStrike">
                  <a:solidFill>
                    <a:srgbClr val="cfc9f7"/>
                  </a:solidFill>
                  <a:latin typeface="Calibri (MS)"/>
                  <a:ea typeface="Calibri (MS)"/>
                </a:rPr>
                <a:t>Nguyễn Đăng Thịnh </a:t>
              </a:r>
              <a:endParaRPr b="0" lang="vi-VN" sz="2550" spc="-1" strike="noStrike">
                <a:latin typeface="Noto Sans CJK SC"/>
              </a:endParaRPr>
            </a:p>
            <a:p>
              <a:pPr>
                <a:lnSpc>
                  <a:spcPts val="3061"/>
                </a:lnSpc>
                <a:buNone/>
              </a:pPr>
              <a:r>
                <a:rPr b="0" lang="en-US" sz="2550" spc="-1" strike="noStrike">
                  <a:solidFill>
                    <a:srgbClr val="cfc9f7"/>
                  </a:solidFill>
                  <a:latin typeface="Calibri (MS)"/>
                  <a:ea typeface="Calibri (MS)"/>
                </a:rPr>
                <a:t>Trương Đức Quốc Huy</a:t>
              </a:r>
              <a:endParaRPr b="0" lang="vi-VN" sz="2550" spc="-1" strike="noStrike">
                <a:latin typeface="Noto Sans CJK SC"/>
              </a:endParaRPr>
            </a:p>
            <a:p>
              <a:pPr>
                <a:lnSpc>
                  <a:spcPts val="3061"/>
                </a:lnSpc>
                <a:buNone/>
              </a:pPr>
              <a:r>
                <a:rPr b="0" lang="en-US" sz="2550" spc="-1" strike="noStrike">
                  <a:solidFill>
                    <a:srgbClr val="cfc9f7"/>
                  </a:solidFill>
                  <a:latin typeface="Calibri (MS)"/>
                  <a:ea typeface="Calibri (MS)"/>
                </a:rPr>
                <a:t>Nguyễn Bá Thiện</a:t>
              </a:r>
              <a:endParaRPr b="0" lang="vi-VN" sz="2550" spc="-1" strike="noStrike">
                <a:latin typeface="Noto Sans CJK SC"/>
              </a:endParaRPr>
            </a:p>
          </p:txBody>
        </p:sp>
      </p:grp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2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73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4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75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6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77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MINI PROJECT THỰC TẬP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79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80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Nội dung trình bày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82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83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85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86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2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88" name="Group 18"/>
          <p:cNvGrpSpPr/>
          <p:nvPr/>
        </p:nvGrpSpPr>
        <p:grpSpPr>
          <a:xfrm>
            <a:off x="744840" y="2253600"/>
            <a:ext cx="8065080" cy="1171080"/>
            <a:chOff x="744840" y="2253600"/>
            <a:chExt cx="8065080" cy="1171080"/>
          </a:xfrm>
        </p:grpSpPr>
        <p:sp>
          <p:nvSpPr>
            <p:cNvPr id="89" name="Freeform 19"/>
            <p:cNvSpPr/>
            <p:nvPr/>
          </p:nvSpPr>
          <p:spPr>
            <a:xfrm>
              <a:off x="744840" y="2253600"/>
              <a:ext cx="8065080" cy="1171080"/>
            </a:xfrm>
            <a:custGeom>
              <a:avLst/>
              <a:gdLst/>
              <a:ahLst/>
              <a:rect l="l" t="t" r="r" b="b"/>
              <a:pathLst>
                <a:path w="10754106" h="1561719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0" name="Group 20"/>
          <p:cNvGrpSpPr/>
          <p:nvPr/>
        </p:nvGrpSpPr>
        <p:grpSpPr>
          <a:xfrm>
            <a:off x="1001160" y="2345400"/>
            <a:ext cx="1234080" cy="987120"/>
            <a:chOff x="1001160" y="2345400"/>
            <a:chExt cx="1234080" cy="987120"/>
          </a:xfrm>
        </p:grpSpPr>
        <p:sp>
          <p:nvSpPr>
            <p:cNvPr id="91" name="Freeform 21"/>
            <p:cNvSpPr/>
            <p:nvPr/>
          </p:nvSpPr>
          <p:spPr>
            <a:xfrm>
              <a:off x="1001160" y="2345400"/>
              <a:ext cx="1234080" cy="987120"/>
            </a:xfrm>
            <a:custGeom>
              <a:avLst/>
              <a:gdLst/>
              <a:ahLst/>
              <a:rect l="l" t="t" r="r" b="b"/>
              <a:pathLst>
                <a:path w="1645920" h="1316736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2" name="TextBox 22"/>
            <p:cNvSpPr/>
            <p:nvPr/>
          </p:nvSpPr>
          <p:spPr>
            <a:xfrm>
              <a:off x="1001160" y="2345400"/>
              <a:ext cx="123408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d9d3fa"/>
                  </a:solidFill>
                  <a:latin typeface="Cambria Bold"/>
                  <a:ea typeface="Cambria Bold"/>
                </a:rPr>
                <a:t>01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93" name="Group 23"/>
          <p:cNvGrpSpPr/>
          <p:nvPr/>
        </p:nvGrpSpPr>
        <p:grpSpPr>
          <a:xfrm>
            <a:off x="1920240" y="2509920"/>
            <a:ext cx="658080" cy="658080"/>
            <a:chOff x="1920240" y="2509920"/>
            <a:chExt cx="658080" cy="658080"/>
          </a:xfrm>
        </p:grpSpPr>
        <p:sp>
          <p:nvSpPr>
            <p:cNvPr id="94" name="Freeform 24"/>
            <p:cNvSpPr/>
            <p:nvPr/>
          </p:nvSpPr>
          <p:spPr>
            <a:xfrm>
              <a:off x="1920240" y="2509920"/>
              <a:ext cx="658080" cy="658080"/>
            </a:xfrm>
            <a:custGeom>
              <a:avLst/>
              <a:gdLst/>
              <a:ah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5" name="Group 25"/>
          <p:cNvGrpSpPr/>
          <p:nvPr/>
        </p:nvGrpSpPr>
        <p:grpSpPr>
          <a:xfrm>
            <a:off x="2071080" y="2660760"/>
            <a:ext cx="356400" cy="356400"/>
            <a:chOff x="2071080" y="2660760"/>
            <a:chExt cx="356400" cy="356400"/>
          </a:xfrm>
        </p:grpSpPr>
        <p:sp>
          <p:nvSpPr>
            <p:cNvPr id="96" name="Freeform 26"/>
            <p:cNvSpPr/>
            <p:nvPr/>
          </p:nvSpPr>
          <p:spPr>
            <a:xfrm>
              <a:off x="2071080" y="266076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7" name="Group 27"/>
          <p:cNvGrpSpPr/>
          <p:nvPr/>
        </p:nvGrpSpPr>
        <p:grpSpPr>
          <a:xfrm>
            <a:off x="2811960" y="2234520"/>
            <a:ext cx="5783040" cy="1180440"/>
            <a:chOff x="2811960" y="2234520"/>
            <a:chExt cx="5783040" cy="1180440"/>
          </a:xfrm>
        </p:grpSpPr>
        <p:sp>
          <p:nvSpPr>
            <p:cNvPr id="98" name="Freeform 28"/>
            <p:cNvSpPr/>
            <p:nvPr/>
          </p:nvSpPr>
          <p:spPr>
            <a:xfrm>
              <a:off x="2811960" y="2263320"/>
              <a:ext cx="5783040" cy="1151640"/>
            </a:xfrm>
            <a:custGeom>
              <a:avLst/>
              <a:gdLst/>
              <a:ahLst/>
              <a:rect l="l" t="t" r="r" b="b"/>
              <a:pathLst>
                <a:path w="7711136" h="1536192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" name="TextBox 29"/>
            <p:cNvSpPr/>
            <p:nvPr/>
          </p:nvSpPr>
          <p:spPr>
            <a:xfrm>
              <a:off x="2811960" y="2234520"/>
              <a:ext cx="5783040" cy="118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Giới thiệu &amp; mục tiêu dự án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00" name="Group 30"/>
          <p:cNvGrpSpPr/>
          <p:nvPr/>
        </p:nvGrpSpPr>
        <p:grpSpPr>
          <a:xfrm>
            <a:off x="744840" y="3652560"/>
            <a:ext cx="8065080" cy="1171080"/>
            <a:chOff x="744840" y="3652560"/>
            <a:chExt cx="8065080" cy="1171080"/>
          </a:xfrm>
        </p:grpSpPr>
        <p:sp>
          <p:nvSpPr>
            <p:cNvPr id="101" name="Freeform 31"/>
            <p:cNvSpPr/>
            <p:nvPr/>
          </p:nvSpPr>
          <p:spPr>
            <a:xfrm>
              <a:off x="744840" y="3652560"/>
              <a:ext cx="8065080" cy="1171080"/>
            </a:xfrm>
            <a:custGeom>
              <a:avLst/>
              <a:gdLst/>
              <a:ahLst/>
              <a:rect l="l" t="t" r="r" b="b"/>
              <a:pathLst>
                <a:path w="10754106" h="1561719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2" name="Group 32"/>
          <p:cNvGrpSpPr/>
          <p:nvPr/>
        </p:nvGrpSpPr>
        <p:grpSpPr>
          <a:xfrm>
            <a:off x="1001160" y="3744360"/>
            <a:ext cx="1234080" cy="987120"/>
            <a:chOff x="1001160" y="3744360"/>
            <a:chExt cx="1234080" cy="987120"/>
          </a:xfrm>
        </p:grpSpPr>
        <p:sp>
          <p:nvSpPr>
            <p:cNvPr id="103" name="Freeform 33"/>
            <p:cNvSpPr/>
            <p:nvPr/>
          </p:nvSpPr>
          <p:spPr>
            <a:xfrm>
              <a:off x="1001160" y="3744360"/>
              <a:ext cx="1234080" cy="987120"/>
            </a:xfrm>
            <a:custGeom>
              <a:avLst/>
              <a:gdLst/>
              <a:ahLst/>
              <a:rect l="l" t="t" r="r" b="b"/>
              <a:pathLst>
                <a:path w="1645920" h="1316736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" name="TextBox 34"/>
            <p:cNvSpPr/>
            <p:nvPr/>
          </p:nvSpPr>
          <p:spPr>
            <a:xfrm>
              <a:off x="1001160" y="3744360"/>
              <a:ext cx="123408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d9d3fa"/>
                  </a:solidFill>
                  <a:latin typeface="Cambria Bold"/>
                  <a:ea typeface="Cambria Bold"/>
                </a:rPr>
                <a:t>02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05" name="Group 35"/>
          <p:cNvGrpSpPr/>
          <p:nvPr/>
        </p:nvGrpSpPr>
        <p:grpSpPr>
          <a:xfrm>
            <a:off x="1920240" y="3909240"/>
            <a:ext cx="658080" cy="658080"/>
            <a:chOff x="1920240" y="3909240"/>
            <a:chExt cx="658080" cy="658080"/>
          </a:xfrm>
        </p:grpSpPr>
        <p:sp>
          <p:nvSpPr>
            <p:cNvPr id="106" name="Freeform 36"/>
            <p:cNvSpPr/>
            <p:nvPr/>
          </p:nvSpPr>
          <p:spPr>
            <a:xfrm>
              <a:off x="1920240" y="3909240"/>
              <a:ext cx="658080" cy="658080"/>
            </a:xfrm>
            <a:custGeom>
              <a:avLst/>
              <a:gdLst/>
              <a:ah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7" name="Group 37"/>
          <p:cNvGrpSpPr/>
          <p:nvPr/>
        </p:nvGrpSpPr>
        <p:grpSpPr>
          <a:xfrm>
            <a:off x="2071080" y="4060080"/>
            <a:ext cx="356400" cy="356400"/>
            <a:chOff x="2071080" y="4060080"/>
            <a:chExt cx="356400" cy="356400"/>
          </a:xfrm>
        </p:grpSpPr>
        <p:sp>
          <p:nvSpPr>
            <p:cNvPr id="108" name="Freeform 38"/>
            <p:cNvSpPr/>
            <p:nvPr/>
          </p:nvSpPr>
          <p:spPr>
            <a:xfrm>
              <a:off x="2071080" y="406008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" name="Group 39"/>
          <p:cNvGrpSpPr/>
          <p:nvPr/>
        </p:nvGrpSpPr>
        <p:grpSpPr>
          <a:xfrm>
            <a:off x="2811960" y="3633480"/>
            <a:ext cx="5783040" cy="1180440"/>
            <a:chOff x="2811960" y="3633480"/>
            <a:chExt cx="5783040" cy="1180440"/>
          </a:xfrm>
        </p:grpSpPr>
        <p:sp>
          <p:nvSpPr>
            <p:cNvPr id="110" name="Freeform 40"/>
            <p:cNvSpPr/>
            <p:nvPr/>
          </p:nvSpPr>
          <p:spPr>
            <a:xfrm>
              <a:off x="2811960" y="3662280"/>
              <a:ext cx="5783040" cy="1151640"/>
            </a:xfrm>
            <a:custGeom>
              <a:avLst/>
              <a:gdLst/>
              <a:ahLst/>
              <a:rect l="l" t="t" r="r" b="b"/>
              <a:pathLst>
                <a:path w="7711136" h="1536192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" name="TextBox 41"/>
            <p:cNvSpPr/>
            <p:nvPr/>
          </p:nvSpPr>
          <p:spPr>
            <a:xfrm>
              <a:off x="2811960" y="3633480"/>
              <a:ext cx="5783040" cy="118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Công nghệ sử dụng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12" name="Group 42"/>
          <p:cNvGrpSpPr/>
          <p:nvPr/>
        </p:nvGrpSpPr>
        <p:grpSpPr>
          <a:xfrm>
            <a:off x="744840" y="5051520"/>
            <a:ext cx="8065080" cy="1171080"/>
            <a:chOff x="744840" y="5051520"/>
            <a:chExt cx="8065080" cy="1171080"/>
          </a:xfrm>
        </p:grpSpPr>
        <p:sp>
          <p:nvSpPr>
            <p:cNvPr id="113" name="Freeform 43"/>
            <p:cNvSpPr/>
            <p:nvPr/>
          </p:nvSpPr>
          <p:spPr>
            <a:xfrm>
              <a:off x="744840" y="5051520"/>
              <a:ext cx="8065080" cy="1171080"/>
            </a:xfrm>
            <a:custGeom>
              <a:avLst/>
              <a:gdLst/>
              <a:ahLst/>
              <a:rect l="l" t="t" r="r" b="b"/>
              <a:pathLst>
                <a:path w="10754106" h="1561719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4" name="Group 44"/>
          <p:cNvGrpSpPr/>
          <p:nvPr/>
        </p:nvGrpSpPr>
        <p:grpSpPr>
          <a:xfrm>
            <a:off x="1001160" y="5143680"/>
            <a:ext cx="1234080" cy="987120"/>
            <a:chOff x="1001160" y="5143680"/>
            <a:chExt cx="1234080" cy="987120"/>
          </a:xfrm>
        </p:grpSpPr>
        <p:sp>
          <p:nvSpPr>
            <p:cNvPr id="115" name="Freeform 45"/>
            <p:cNvSpPr/>
            <p:nvPr/>
          </p:nvSpPr>
          <p:spPr>
            <a:xfrm>
              <a:off x="1001160" y="5143680"/>
              <a:ext cx="1234080" cy="987120"/>
            </a:xfrm>
            <a:custGeom>
              <a:avLst/>
              <a:gdLst/>
              <a:ahLst/>
              <a:rect l="l" t="t" r="r" b="b"/>
              <a:pathLst>
                <a:path w="1645920" h="1316736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6" name="TextBox 46"/>
            <p:cNvSpPr/>
            <p:nvPr/>
          </p:nvSpPr>
          <p:spPr>
            <a:xfrm>
              <a:off x="1001160" y="5143680"/>
              <a:ext cx="123408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d9d3fa"/>
                  </a:solidFill>
                  <a:latin typeface="Cambria Bold"/>
                  <a:ea typeface="Cambria Bold"/>
                </a:rPr>
                <a:t>03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17" name="Group 47"/>
          <p:cNvGrpSpPr/>
          <p:nvPr/>
        </p:nvGrpSpPr>
        <p:grpSpPr>
          <a:xfrm>
            <a:off x="1920240" y="5308200"/>
            <a:ext cx="658080" cy="658080"/>
            <a:chOff x="1920240" y="5308200"/>
            <a:chExt cx="658080" cy="658080"/>
          </a:xfrm>
        </p:grpSpPr>
        <p:sp>
          <p:nvSpPr>
            <p:cNvPr id="118" name="Freeform 48"/>
            <p:cNvSpPr/>
            <p:nvPr/>
          </p:nvSpPr>
          <p:spPr>
            <a:xfrm>
              <a:off x="1920240" y="5308200"/>
              <a:ext cx="658080" cy="658080"/>
            </a:xfrm>
            <a:custGeom>
              <a:avLst/>
              <a:gdLst/>
              <a:ah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" name="Group 49"/>
          <p:cNvGrpSpPr/>
          <p:nvPr/>
        </p:nvGrpSpPr>
        <p:grpSpPr>
          <a:xfrm>
            <a:off x="2071080" y="5459040"/>
            <a:ext cx="356400" cy="356400"/>
            <a:chOff x="2071080" y="5459040"/>
            <a:chExt cx="356400" cy="356400"/>
          </a:xfrm>
        </p:grpSpPr>
        <p:sp>
          <p:nvSpPr>
            <p:cNvPr id="120" name="Freeform 50"/>
            <p:cNvSpPr/>
            <p:nvPr/>
          </p:nvSpPr>
          <p:spPr>
            <a:xfrm>
              <a:off x="2071080" y="545904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1" name="Group 51"/>
          <p:cNvGrpSpPr/>
          <p:nvPr/>
        </p:nvGrpSpPr>
        <p:grpSpPr>
          <a:xfrm>
            <a:off x="2811960" y="5032800"/>
            <a:ext cx="5783040" cy="1180440"/>
            <a:chOff x="2811960" y="5032800"/>
            <a:chExt cx="5783040" cy="1180440"/>
          </a:xfrm>
        </p:grpSpPr>
        <p:sp>
          <p:nvSpPr>
            <p:cNvPr id="122" name="Freeform 52"/>
            <p:cNvSpPr/>
            <p:nvPr/>
          </p:nvSpPr>
          <p:spPr>
            <a:xfrm>
              <a:off x="2811960" y="5061240"/>
              <a:ext cx="5783040" cy="1151640"/>
            </a:xfrm>
            <a:custGeom>
              <a:avLst/>
              <a:gdLst/>
              <a:ahLst/>
              <a:rect l="l" t="t" r="r" b="b"/>
              <a:pathLst>
                <a:path w="7711136" h="1536192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" name="TextBox 53"/>
            <p:cNvSpPr/>
            <p:nvPr/>
          </p:nvSpPr>
          <p:spPr>
            <a:xfrm>
              <a:off x="2811960" y="5032800"/>
              <a:ext cx="5783040" cy="118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Kiến trúc hệ thống (MVVM)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24" name="Group 54"/>
          <p:cNvGrpSpPr/>
          <p:nvPr/>
        </p:nvGrpSpPr>
        <p:grpSpPr>
          <a:xfrm>
            <a:off x="744840" y="6450840"/>
            <a:ext cx="8065080" cy="1171080"/>
            <a:chOff x="744840" y="6450840"/>
            <a:chExt cx="8065080" cy="1171080"/>
          </a:xfrm>
        </p:grpSpPr>
        <p:sp>
          <p:nvSpPr>
            <p:cNvPr id="125" name="Freeform 55"/>
            <p:cNvSpPr/>
            <p:nvPr/>
          </p:nvSpPr>
          <p:spPr>
            <a:xfrm>
              <a:off x="744840" y="6450840"/>
              <a:ext cx="8065080" cy="1171080"/>
            </a:xfrm>
            <a:custGeom>
              <a:avLst/>
              <a:gdLst/>
              <a:ahLst/>
              <a:rect l="l" t="t" r="r" b="b"/>
              <a:pathLst>
                <a:path w="10754106" h="1561719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6" name="Group 56"/>
          <p:cNvGrpSpPr/>
          <p:nvPr/>
        </p:nvGrpSpPr>
        <p:grpSpPr>
          <a:xfrm>
            <a:off x="1001160" y="6542640"/>
            <a:ext cx="1234080" cy="987120"/>
            <a:chOff x="1001160" y="6542640"/>
            <a:chExt cx="1234080" cy="987120"/>
          </a:xfrm>
        </p:grpSpPr>
        <p:sp>
          <p:nvSpPr>
            <p:cNvPr id="127" name="Freeform 57"/>
            <p:cNvSpPr/>
            <p:nvPr/>
          </p:nvSpPr>
          <p:spPr>
            <a:xfrm>
              <a:off x="1001160" y="6542640"/>
              <a:ext cx="1234080" cy="987120"/>
            </a:xfrm>
            <a:custGeom>
              <a:avLst/>
              <a:gdLst/>
              <a:ahLst/>
              <a:rect l="l" t="t" r="r" b="b"/>
              <a:pathLst>
                <a:path w="1645920" h="1316736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" name="TextBox 58"/>
            <p:cNvSpPr/>
            <p:nvPr/>
          </p:nvSpPr>
          <p:spPr>
            <a:xfrm>
              <a:off x="1001160" y="6542640"/>
              <a:ext cx="123408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d9d3fa"/>
                  </a:solidFill>
                  <a:latin typeface="Cambria Bold"/>
                  <a:ea typeface="Cambria Bold"/>
                </a:rPr>
                <a:t>04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29" name="Group 59"/>
          <p:cNvGrpSpPr/>
          <p:nvPr/>
        </p:nvGrpSpPr>
        <p:grpSpPr>
          <a:xfrm>
            <a:off x="1920240" y="6707160"/>
            <a:ext cx="658080" cy="658080"/>
            <a:chOff x="1920240" y="6707160"/>
            <a:chExt cx="658080" cy="658080"/>
          </a:xfrm>
        </p:grpSpPr>
        <p:sp>
          <p:nvSpPr>
            <p:cNvPr id="130" name="Freeform 60"/>
            <p:cNvSpPr/>
            <p:nvPr/>
          </p:nvSpPr>
          <p:spPr>
            <a:xfrm>
              <a:off x="1920240" y="6707160"/>
              <a:ext cx="658080" cy="658080"/>
            </a:xfrm>
            <a:custGeom>
              <a:avLst/>
              <a:gdLst/>
              <a:ah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1" name="Group 61"/>
          <p:cNvGrpSpPr/>
          <p:nvPr/>
        </p:nvGrpSpPr>
        <p:grpSpPr>
          <a:xfrm>
            <a:off x="2071080" y="6858000"/>
            <a:ext cx="356400" cy="356400"/>
            <a:chOff x="2071080" y="6858000"/>
            <a:chExt cx="356400" cy="356400"/>
          </a:xfrm>
        </p:grpSpPr>
        <p:sp>
          <p:nvSpPr>
            <p:cNvPr id="132" name="Freeform 62"/>
            <p:cNvSpPr/>
            <p:nvPr/>
          </p:nvSpPr>
          <p:spPr>
            <a:xfrm>
              <a:off x="2071080" y="685800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3" name="Group 63"/>
          <p:cNvGrpSpPr/>
          <p:nvPr/>
        </p:nvGrpSpPr>
        <p:grpSpPr>
          <a:xfrm>
            <a:off x="2811960" y="6431760"/>
            <a:ext cx="5783040" cy="1180440"/>
            <a:chOff x="2811960" y="6431760"/>
            <a:chExt cx="5783040" cy="1180440"/>
          </a:xfrm>
        </p:grpSpPr>
        <p:sp>
          <p:nvSpPr>
            <p:cNvPr id="134" name="Freeform 64"/>
            <p:cNvSpPr/>
            <p:nvPr/>
          </p:nvSpPr>
          <p:spPr>
            <a:xfrm>
              <a:off x="2811960" y="6460200"/>
              <a:ext cx="5783040" cy="1151640"/>
            </a:xfrm>
            <a:custGeom>
              <a:avLst/>
              <a:gdLst/>
              <a:ahLst/>
              <a:rect l="l" t="t" r="r" b="b"/>
              <a:pathLst>
                <a:path w="7711136" h="1536192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" name="TextBox 65"/>
            <p:cNvSpPr/>
            <p:nvPr/>
          </p:nvSpPr>
          <p:spPr>
            <a:xfrm>
              <a:off x="2811960" y="6431760"/>
              <a:ext cx="5783040" cy="118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Mô hình dữ liệu &amp; điều hướng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36" name="Group 66"/>
          <p:cNvGrpSpPr/>
          <p:nvPr/>
        </p:nvGrpSpPr>
        <p:grpSpPr>
          <a:xfrm>
            <a:off x="9477000" y="2253600"/>
            <a:ext cx="8065080" cy="1171080"/>
            <a:chOff x="9477000" y="2253600"/>
            <a:chExt cx="8065080" cy="1171080"/>
          </a:xfrm>
        </p:grpSpPr>
        <p:sp>
          <p:nvSpPr>
            <p:cNvPr id="137" name="Freeform 67"/>
            <p:cNvSpPr/>
            <p:nvPr/>
          </p:nvSpPr>
          <p:spPr>
            <a:xfrm>
              <a:off x="9477000" y="2253600"/>
              <a:ext cx="8065080" cy="1171080"/>
            </a:xfrm>
            <a:custGeom>
              <a:avLst/>
              <a:gdLst/>
              <a:ahLst/>
              <a:rect l="l" t="t" r="r" b="b"/>
              <a:pathLst>
                <a:path w="10754106" h="1561719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8" name="Group 68"/>
          <p:cNvGrpSpPr/>
          <p:nvPr/>
        </p:nvGrpSpPr>
        <p:grpSpPr>
          <a:xfrm>
            <a:off x="9733680" y="2345400"/>
            <a:ext cx="1234080" cy="987120"/>
            <a:chOff x="9733680" y="2345400"/>
            <a:chExt cx="1234080" cy="987120"/>
          </a:xfrm>
        </p:grpSpPr>
        <p:sp>
          <p:nvSpPr>
            <p:cNvPr id="139" name="Freeform 69"/>
            <p:cNvSpPr/>
            <p:nvPr/>
          </p:nvSpPr>
          <p:spPr>
            <a:xfrm>
              <a:off x="9733680" y="2345400"/>
              <a:ext cx="1234080" cy="987120"/>
            </a:xfrm>
            <a:custGeom>
              <a:avLst/>
              <a:gdLst/>
              <a:ahLst/>
              <a:rect l="l" t="t" r="r" b="b"/>
              <a:pathLst>
                <a:path w="1645920" h="1316736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0" name="TextBox 70"/>
            <p:cNvSpPr/>
            <p:nvPr/>
          </p:nvSpPr>
          <p:spPr>
            <a:xfrm>
              <a:off x="9733680" y="2345400"/>
              <a:ext cx="123408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d9d3fa"/>
                  </a:solidFill>
                  <a:latin typeface="Cambria Bold"/>
                  <a:ea typeface="Cambria Bold"/>
                </a:rPr>
                <a:t>05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41" name="Group 71"/>
          <p:cNvGrpSpPr/>
          <p:nvPr/>
        </p:nvGrpSpPr>
        <p:grpSpPr>
          <a:xfrm>
            <a:off x="10652400" y="2509920"/>
            <a:ext cx="658080" cy="658080"/>
            <a:chOff x="10652400" y="2509920"/>
            <a:chExt cx="658080" cy="658080"/>
          </a:xfrm>
        </p:grpSpPr>
        <p:sp>
          <p:nvSpPr>
            <p:cNvPr id="142" name="Freeform 72"/>
            <p:cNvSpPr/>
            <p:nvPr/>
          </p:nvSpPr>
          <p:spPr>
            <a:xfrm>
              <a:off x="10652400" y="2509920"/>
              <a:ext cx="658080" cy="658080"/>
            </a:xfrm>
            <a:custGeom>
              <a:avLst/>
              <a:gdLst/>
              <a:ah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3" name="Group 73"/>
          <p:cNvGrpSpPr/>
          <p:nvPr/>
        </p:nvGrpSpPr>
        <p:grpSpPr>
          <a:xfrm>
            <a:off x="10803240" y="2660760"/>
            <a:ext cx="356400" cy="356400"/>
            <a:chOff x="10803240" y="2660760"/>
            <a:chExt cx="356400" cy="356400"/>
          </a:xfrm>
        </p:grpSpPr>
        <p:sp>
          <p:nvSpPr>
            <p:cNvPr id="144" name="Freeform 74"/>
            <p:cNvSpPr/>
            <p:nvPr/>
          </p:nvSpPr>
          <p:spPr>
            <a:xfrm>
              <a:off x="10803240" y="266076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5" name="Group 75"/>
          <p:cNvGrpSpPr/>
          <p:nvPr/>
        </p:nvGrpSpPr>
        <p:grpSpPr>
          <a:xfrm>
            <a:off x="11544120" y="2234520"/>
            <a:ext cx="5783040" cy="1180440"/>
            <a:chOff x="11544120" y="2234520"/>
            <a:chExt cx="5783040" cy="1180440"/>
          </a:xfrm>
        </p:grpSpPr>
        <p:sp>
          <p:nvSpPr>
            <p:cNvPr id="146" name="Freeform 76"/>
            <p:cNvSpPr/>
            <p:nvPr/>
          </p:nvSpPr>
          <p:spPr>
            <a:xfrm>
              <a:off x="11544120" y="2263320"/>
              <a:ext cx="5783040" cy="1151640"/>
            </a:xfrm>
            <a:custGeom>
              <a:avLst/>
              <a:gdLst/>
              <a:ahLst/>
              <a:rect l="l" t="t" r="r" b="b"/>
              <a:pathLst>
                <a:path w="7711136" h="1536192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" name="TextBox 77"/>
            <p:cNvSpPr/>
            <p:nvPr/>
          </p:nvSpPr>
          <p:spPr>
            <a:xfrm>
              <a:off x="11544120" y="2234520"/>
              <a:ext cx="5783040" cy="118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Các chức năng chính của ứng dụng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48" name="Group 78"/>
          <p:cNvGrpSpPr/>
          <p:nvPr/>
        </p:nvGrpSpPr>
        <p:grpSpPr>
          <a:xfrm>
            <a:off x="9477000" y="3652560"/>
            <a:ext cx="8065080" cy="1171080"/>
            <a:chOff x="9477000" y="3652560"/>
            <a:chExt cx="8065080" cy="1171080"/>
          </a:xfrm>
        </p:grpSpPr>
        <p:sp>
          <p:nvSpPr>
            <p:cNvPr id="149" name="Freeform 79"/>
            <p:cNvSpPr/>
            <p:nvPr/>
          </p:nvSpPr>
          <p:spPr>
            <a:xfrm>
              <a:off x="9477000" y="3652560"/>
              <a:ext cx="8065080" cy="1171080"/>
            </a:xfrm>
            <a:custGeom>
              <a:avLst/>
              <a:gdLst/>
              <a:ahLst/>
              <a:rect l="l" t="t" r="r" b="b"/>
              <a:pathLst>
                <a:path w="10754106" h="1561719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0" name="Group 80"/>
          <p:cNvGrpSpPr/>
          <p:nvPr/>
        </p:nvGrpSpPr>
        <p:grpSpPr>
          <a:xfrm>
            <a:off x="9733680" y="3744360"/>
            <a:ext cx="1234080" cy="987120"/>
            <a:chOff x="9733680" y="3744360"/>
            <a:chExt cx="1234080" cy="987120"/>
          </a:xfrm>
        </p:grpSpPr>
        <p:sp>
          <p:nvSpPr>
            <p:cNvPr id="151" name="Freeform 81"/>
            <p:cNvSpPr/>
            <p:nvPr/>
          </p:nvSpPr>
          <p:spPr>
            <a:xfrm>
              <a:off x="9733680" y="3744360"/>
              <a:ext cx="1234080" cy="987120"/>
            </a:xfrm>
            <a:custGeom>
              <a:avLst/>
              <a:gdLst/>
              <a:ahLst/>
              <a:rect l="l" t="t" r="r" b="b"/>
              <a:pathLst>
                <a:path w="1645920" h="1316736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" name="TextBox 82"/>
            <p:cNvSpPr/>
            <p:nvPr/>
          </p:nvSpPr>
          <p:spPr>
            <a:xfrm>
              <a:off x="9733680" y="3744360"/>
              <a:ext cx="123408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d9d3fa"/>
                  </a:solidFill>
                  <a:latin typeface="Cambria Bold"/>
                  <a:ea typeface="Cambria Bold"/>
                </a:rPr>
                <a:t>06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53" name="Group 83"/>
          <p:cNvGrpSpPr/>
          <p:nvPr/>
        </p:nvGrpSpPr>
        <p:grpSpPr>
          <a:xfrm>
            <a:off x="10652400" y="3909240"/>
            <a:ext cx="658080" cy="658080"/>
            <a:chOff x="10652400" y="3909240"/>
            <a:chExt cx="658080" cy="658080"/>
          </a:xfrm>
        </p:grpSpPr>
        <p:sp>
          <p:nvSpPr>
            <p:cNvPr id="154" name="Freeform 84"/>
            <p:cNvSpPr/>
            <p:nvPr/>
          </p:nvSpPr>
          <p:spPr>
            <a:xfrm>
              <a:off x="10652400" y="3909240"/>
              <a:ext cx="658080" cy="658080"/>
            </a:xfrm>
            <a:custGeom>
              <a:avLst/>
              <a:gdLst/>
              <a:ah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5" name="Group 85"/>
          <p:cNvGrpSpPr/>
          <p:nvPr/>
        </p:nvGrpSpPr>
        <p:grpSpPr>
          <a:xfrm>
            <a:off x="10803240" y="4060080"/>
            <a:ext cx="356400" cy="356400"/>
            <a:chOff x="10803240" y="4060080"/>
            <a:chExt cx="356400" cy="356400"/>
          </a:xfrm>
        </p:grpSpPr>
        <p:sp>
          <p:nvSpPr>
            <p:cNvPr id="156" name="Freeform 86"/>
            <p:cNvSpPr/>
            <p:nvPr/>
          </p:nvSpPr>
          <p:spPr>
            <a:xfrm>
              <a:off x="10803240" y="406008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7" name="Group 87"/>
          <p:cNvGrpSpPr/>
          <p:nvPr/>
        </p:nvGrpSpPr>
        <p:grpSpPr>
          <a:xfrm>
            <a:off x="11544120" y="3633480"/>
            <a:ext cx="5783040" cy="1180440"/>
            <a:chOff x="11544120" y="3633480"/>
            <a:chExt cx="5783040" cy="1180440"/>
          </a:xfrm>
        </p:grpSpPr>
        <p:sp>
          <p:nvSpPr>
            <p:cNvPr id="158" name="Freeform 88"/>
            <p:cNvSpPr/>
            <p:nvPr/>
          </p:nvSpPr>
          <p:spPr>
            <a:xfrm>
              <a:off x="11544120" y="3662280"/>
              <a:ext cx="5783040" cy="1151640"/>
            </a:xfrm>
            <a:custGeom>
              <a:avLst/>
              <a:gdLst/>
              <a:ahLst/>
              <a:rect l="l" t="t" r="r" b="b"/>
              <a:pathLst>
                <a:path w="7711136" h="1536192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" name="TextBox 89"/>
            <p:cNvSpPr/>
            <p:nvPr/>
          </p:nvSpPr>
          <p:spPr>
            <a:xfrm>
              <a:off x="11544120" y="3633480"/>
              <a:ext cx="5783040" cy="118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Widget, Thông báo &amp; Tích hợp API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60" name="Group 90"/>
          <p:cNvGrpSpPr/>
          <p:nvPr/>
        </p:nvGrpSpPr>
        <p:grpSpPr>
          <a:xfrm>
            <a:off x="9477000" y="5051520"/>
            <a:ext cx="8065080" cy="1171080"/>
            <a:chOff x="9477000" y="5051520"/>
            <a:chExt cx="8065080" cy="1171080"/>
          </a:xfrm>
        </p:grpSpPr>
        <p:sp>
          <p:nvSpPr>
            <p:cNvPr id="161" name="Freeform 91"/>
            <p:cNvSpPr/>
            <p:nvPr/>
          </p:nvSpPr>
          <p:spPr>
            <a:xfrm>
              <a:off x="9477000" y="5051520"/>
              <a:ext cx="8065080" cy="1171080"/>
            </a:xfrm>
            <a:custGeom>
              <a:avLst/>
              <a:gdLst/>
              <a:ahLst/>
              <a:rect l="l" t="t" r="r" b="b"/>
              <a:pathLst>
                <a:path w="10754106" h="1561719">
                  <a:moveTo>
                    <a:pt x="0" y="223139"/>
                  </a:moveTo>
                  <a:cubicBezTo>
                    <a:pt x="0" y="99822"/>
                    <a:pt x="99822" y="0"/>
                    <a:pt x="223139" y="0"/>
                  </a:cubicBezTo>
                  <a:lnTo>
                    <a:pt x="10530967" y="0"/>
                  </a:lnTo>
                  <a:cubicBezTo>
                    <a:pt x="10654157" y="0"/>
                    <a:pt x="10754106" y="99822"/>
                    <a:pt x="10754106" y="223139"/>
                  </a:cubicBezTo>
                  <a:lnTo>
                    <a:pt x="10754106" y="1338580"/>
                  </a:lnTo>
                  <a:cubicBezTo>
                    <a:pt x="10754106" y="1461770"/>
                    <a:pt x="10654285" y="1561719"/>
                    <a:pt x="10530967" y="1561719"/>
                  </a:cubicBezTo>
                  <a:lnTo>
                    <a:pt x="223139" y="1561719"/>
                  </a:lnTo>
                  <a:cubicBezTo>
                    <a:pt x="99822" y="1561592"/>
                    <a:pt x="0" y="1461770"/>
                    <a:pt x="0" y="133845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2" name="Group 92"/>
          <p:cNvGrpSpPr/>
          <p:nvPr/>
        </p:nvGrpSpPr>
        <p:grpSpPr>
          <a:xfrm>
            <a:off x="9733680" y="5143680"/>
            <a:ext cx="1234080" cy="987120"/>
            <a:chOff x="9733680" y="5143680"/>
            <a:chExt cx="1234080" cy="987120"/>
          </a:xfrm>
        </p:grpSpPr>
        <p:sp>
          <p:nvSpPr>
            <p:cNvPr id="163" name="Freeform 93"/>
            <p:cNvSpPr/>
            <p:nvPr/>
          </p:nvSpPr>
          <p:spPr>
            <a:xfrm>
              <a:off x="9733680" y="5143680"/>
              <a:ext cx="1234080" cy="987120"/>
            </a:xfrm>
            <a:custGeom>
              <a:avLst/>
              <a:gdLst/>
              <a:ahLst/>
              <a:rect l="l" t="t" r="r" b="b"/>
              <a:pathLst>
                <a:path w="1645920" h="1316736">
                  <a:moveTo>
                    <a:pt x="0" y="0"/>
                  </a:moveTo>
                  <a:lnTo>
                    <a:pt x="1645920" y="0"/>
                  </a:lnTo>
                  <a:lnTo>
                    <a:pt x="1645920" y="1316736"/>
                  </a:lnTo>
                  <a:lnTo>
                    <a:pt x="0" y="1316736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" name="TextBox 94"/>
            <p:cNvSpPr/>
            <p:nvPr/>
          </p:nvSpPr>
          <p:spPr>
            <a:xfrm>
              <a:off x="9733680" y="5143680"/>
              <a:ext cx="1234080" cy="987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d9d3fa"/>
                  </a:solidFill>
                  <a:latin typeface="Cambria Bold"/>
                  <a:ea typeface="Cambria Bold"/>
                </a:rPr>
                <a:t>07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65" name="Group 95"/>
          <p:cNvGrpSpPr/>
          <p:nvPr/>
        </p:nvGrpSpPr>
        <p:grpSpPr>
          <a:xfrm>
            <a:off x="10652400" y="5308200"/>
            <a:ext cx="658080" cy="658080"/>
            <a:chOff x="10652400" y="5308200"/>
            <a:chExt cx="658080" cy="658080"/>
          </a:xfrm>
        </p:grpSpPr>
        <p:sp>
          <p:nvSpPr>
            <p:cNvPr id="166" name="Freeform 96"/>
            <p:cNvSpPr/>
            <p:nvPr/>
          </p:nvSpPr>
          <p:spPr>
            <a:xfrm>
              <a:off x="10652400" y="5308200"/>
              <a:ext cx="658080" cy="658080"/>
            </a:xfrm>
            <a:custGeom>
              <a:avLst/>
              <a:gdLst/>
              <a:ahLst/>
              <a:rect l="l" t="t" r="r" b="b"/>
              <a:pathLst>
                <a:path w="877824" h="877824">
                  <a:moveTo>
                    <a:pt x="0" y="438912"/>
                  </a:moveTo>
                  <a:cubicBezTo>
                    <a:pt x="0" y="196469"/>
                    <a:pt x="196469" y="0"/>
                    <a:pt x="438912" y="0"/>
                  </a:cubicBezTo>
                  <a:cubicBezTo>
                    <a:pt x="681355" y="0"/>
                    <a:pt x="877824" y="196469"/>
                    <a:pt x="877824" y="438912"/>
                  </a:cubicBezTo>
                  <a:cubicBezTo>
                    <a:pt x="877824" y="681355"/>
                    <a:pt x="681355" y="877824"/>
                    <a:pt x="438912" y="877824"/>
                  </a:cubicBezTo>
                  <a:cubicBezTo>
                    <a:pt x="196469" y="877824"/>
                    <a:pt x="0" y="681355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7" name="Group 97"/>
          <p:cNvGrpSpPr/>
          <p:nvPr/>
        </p:nvGrpSpPr>
        <p:grpSpPr>
          <a:xfrm>
            <a:off x="10803240" y="5459040"/>
            <a:ext cx="356400" cy="356400"/>
            <a:chOff x="10803240" y="5459040"/>
            <a:chExt cx="356400" cy="356400"/>
          </a:xfrm>
        </p:grpSpPr>
        <p:sp>
          <p:nvSpPr>
            <p:cNvPr id="168" name="Freeform 98"/>
            <p:cNvSpPr/>
            <p:nvPr/>
          </p:nvSpPr>
          <p:spPr>
            <a:xfrm>
              <a:off x="10803240" y="545904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9" name="Group 99"/>
          <p:cNvGrpSpPr/>
          <p:nvPr/>
        </p:nvGrpSpPr>
        <p:grpSpPr>
          <a:xfrm>
            <a:off x="11544120" y="5032800"/>
            <a:ext cx="5783040" cy="1180440"/>
            <a:chOff x="11544120" y="5032800"/>
            <a:chExt cx="5783040" cy="1180440"/>
          </a:xfrm>
        </p:grpSpPr>
        <p:sp>
          <p:nvSpPr>
            <p:cNvPr id="170" name="Freeform 100"/>
            <p:cNvSpPr/>
            <p:nvPr/>
          </p:nvSpPr>
          <p:spPr>
            <a:xfrm>
              <a:off x="11544120" y="5061240"/>
              <a:ext cx="5783040" cy="1151640"/>
            </a:xfrm>
            <a:custGeom>
              <a:avLst/>
              <a:gdLst/>
              <a:ahLst/>
              <a:rect l="l" t="t" r="r" b="b"/>
              <a:pathLst>
                <a:path w="7711136" h="1536192">
                  <a:moveTo>
                    <a:pt x="0" y="0"/>
                  </a:moveTo>
                  <a:lnTo>
                    <a:pt x="7711136" y="0"/>
                  </a:lnTo>
                  <a:lnTo>
                    <a:pt x="7711136" y="1536192"/>
                  </a:lnTo>
                  <a:lnTo>
                    <a:pt x="0" y="1536192"/>
                  </a:lnTo>
                  <a:close/>
                </a:path>
              </a:pathLst>
            </a:custGeom>
            <a:blipFill rotWithShape="0">
              <a:blip r:embed="rId2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" name="TextBox 101"/>
            <p:cNvSpPr/>
            <p:nvPr/>
          </p:nvSpPr>
          <p:spPr>
            <a:xfrm>
              <a:off x="11544120" y="5032800"/>
              <a:ext cx="5783040" cy="11804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Kết quả &amp; hướng phát triển</a:t>
              </a:r>
              <a:endParaRPr b="0" lang="vi-VN" sz="2020" spc="-1" strike="noStrike">
                <a:latin typeface="Noto Sans CJK SC"/>
              </a:endParaRPr>
            </a:p>
          </p:txBody>
        </p:sp>
      </p:grpSp>
    </p:spTree>
  </p:cSld>
  <p:transition spd="slow">
    <p:push dir="r"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2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73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4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75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6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177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8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01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79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80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1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Đặt vấn đề &amp; Mục tiêu dự án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82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83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4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85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86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87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3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88" name="Group 18"/>
          <p:cNvGrpSpPr/>
          <p:nvPr/>
        </p:nvGrpSpPr>
        <p:grpSpPr>
          <a:xfrm>
            <a:off x="744840" y="2322360"/>
            <a:ext cx="8065080" cy="7082280"/>
            <a:chOff x="744840" y="2322360"/>
            <a:chExt cx="8065080" cy="7082280"/>
          </a:xfrm>
        </p:grpSpPr>
        <p:sp>
          <p:nvSpPr>
            <p:cNvPr id="189" name="Freeform 19"/>
            <p:cNvSpPr/>
            <p:nvPr/>
          </p:nvSpPr>
          <p:spPr>
            <a:xfrm>
              <a:off x="744840" y="2322360"/>
              <a:ext cx="8065080" cy="7082280"/>
            </a:xfrm>
            <a:custGeom>
              <a:avLst/>
              <a:gdLst/>
              <a:ahLst/>
              <a:rect l="l" t="t" r="r" b="b"/>
              <a:pathLst>
                <a:path w="10754106" h="944372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0497439" y="0"/>
                  </a:lnTo>
                  <a:cubicBezTo>
                    <a:pt x="10639171" y="0"/>
                    <a:pt x="10754106" y="114935"/>
                    <a:pt x="10754106" y="256667"/>
                  </a:cubicBezTo>
                  <a:lnTo>
                    <a:pt x="10754106" y="9187053"/>
                  </a:lnTo>
                  <a:cubicBezTo>
                    <a:pt x="10754106" y="9328785"/>
                    <a:pt x="10639171" y="9443720"/>
                    <a:pt x="10497439" y="9443720"/>
                  </a:cubicBezTo>
                  <a:lnTo>
                    <a:pt x="256667" y="9443720"/>
                  </a:lnTo>
                  <a:cubicBezTo>
                    <a:pt x="114935" y="9443720"/>
                    <a:pt x="0" y="9328785"/>
                    <a:pt x="0" y="918705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0" name="Group 20"/>
          <p:cNvGrpSpPr/>
          <p:nvPr/>
        </p:nvGrpSpPr>
        <p:grpSpPr>
          <a:xfrm>
            <a:off x="1166040" y="2743200"/>
            <a:ext cx="767880" cy="767880"/>
            <a:chOff x="1166040" y="2743200"/>
            <a:chExt cx="767880" cy="767880"/>
          </a:xfrm>
        </p:grpSpPr>
        <p:sp>
          <p:nvSpPr>
            <p:cNvPr id="191" name="Freeform 21"/>
            <p:cNvSpPr/>
            <p:nvPr/>
          </p:nvSpPr>
          <p:spPr>
            <a:xfrm>
              <a:off x="1166040" y="2743200"/>
              <a:ext cx="767880" cy="767880"/>
            </a:xfrm>
            <a:custGeom>
              <a:avLst/>
              <a:gdLst/>
              <a:ah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dc26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2" name="Group 22"/>
          <p:cNvGrpSpPr/>
          <p:nvPr/>
        </p:nvGrpSpPr>
        <p:grpSpPr>
          <a:xfrm>
            <a:off x="1344240" y="2921400"/>
            <a:ext cx="411120" cy="411120"/>
            <a:chOff x="1344240" y="2921400"/>
            <a:chExt cx="411120" cy="411120"/>
          </a:xfrm>
        </p:grpSpPr>
        <p:sp>
          <p:nvSpPr>
            <p:cNvPr id="193" name="Freeform 23"/>
            <p:cNvSpPr/>
            <p:nvPr/>
          </p:nvSpPr>
          <p:spPr>
            <a:xfrm>
              <a:off x="1344240" y="2921400"/>
              <a:ext cx="411120" cy="411120"/>
            </a:xfrm>
            <a:custGeom>
              <a:avLst/>
              <a:gdLst/>
              <a:ah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94" name="Group 24"/>
          <p:cNvGrpSpPr/>
          <p:nvPr/>
        </p:nvGrpSpPr>
        <p:grpSpPr>
          <a:xfrm>
            <a:off x="2126160" y="2783880"/>
            <a:ext cx="6400080" cy="672120"/>
            <a:chOff x="2126160" y="2783880"/>
            <a:chExt cx="6400080" cy="672120"/>
          </a:xfrm>
        </p:grpSpPr>
        <p:sp>
          <p:nvSpPr>
            <p:cNvPr id="195" name="Freeform 25"/>
            <p:cNvSpPr/>
            <p:nvPr/>
          </p:nvSpPr>
          <p:spPr>
            <a:xfrm>
              <a:off x="2126160" y="2797920"/>
              <a:ext cx="6400080" cy="658080"/>
            </a:xfrm>
            <a:custGeom>
              <a:avLst/>
              <a:gdLst/>
              <a:ahLst/>
              <a:rect l="l" t="t" r="r" b="b"/>
              <a:pathLst>
                <a:path w="8534096" h="877824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96" name="TextBox 26"/>
            <p:cNvSpPr/>
            <p:nvPr/>
          </p:nvSpPr>
          <p:spPr>
            <a:xfrm>
              <a:off x="2126160" y="2783880"/>
              <a:ext cx="6400080" cy="67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3240"/>
                </a:lnSpc>
                <a:buNone/>
              </a:pPr>
              <a:r>
                <a:rPr b="1" lang="en-US" sz="27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Vấn đề thực tế</a:t>
              </a:r>
              <a:endParaRPr b="0" lang="vi-VN" sz="2700" spc="-1" strike="noStrike">
                <a:latin typeface="Noto Sans CJK SC"/>
              </a:endParaRPr>
            </a:p>
          </p:txBody>
        </p:sp>
      </p:grpSp>
      <p:sp>
        <p:nvSpPr>
          <p:cNvPr id="197" name="TextBox 27"/>
          <p:cNvSpPr/>
          <p:nvPr/>
        </p:nvSpPr>
        <p:spPr>
          <a:xfrm>
            <a:off x="1325880" y="3665160"/>
            <a:ext cx="6903000" cy="36579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66480" indent="-183240">
              <a:lnSpc>
                <a:spcPts val="3600"/>
              </a:lnSpc>
              <a:buFont typeface="Arial"/>
              <a:buChar char="•"/>
            </a:pPr>
            <a:r>
              <a:rPr b="0" lang="en-US" sz="2020" spc="-1" strike="noStrike">
                <a:solidFill>
                  <a:srgbClr val="3f3d56"/>
                </a:solidFill>
                <a:latin typeface="Calibri (MS)"/>
                <a:ea typeface="Calibri (MS)"/>
              </a:rPr>
              <a:t>Dễ quên lịch học, lịch làm việc và các cuộc hẹn quan trọng</a:t>
            </a:r>
            <a:endParaRPr b="0" lang="vi-VN" sz="2020" spc="-1" strike="noStrike">
              <a:latin typeface="Noto Sans CJK SC"/>
            </a:endParaRPr>
          </a:p>
          <a:p>
            <a:pPr lvl="1" marL="366480" indent="-183240">
              <a:lnSpc>
                <a:spcPts val="3600"/>
              </a:lnSpc>
              <a:buFont typeface="Arial"/>
              <a:buChar char="•"/>
            </a:pPr>
            <a:r>
              <a:rPr b="0" lang="en-US" sz="2020" spc="-1" strike="noStrike">
                <a:solidFill>
                  <a:srgbClr val="3f3d56"/>
                </a:solidFill>
                <a:latin typeface="Calibri (MS)"/>
                <a:ea typeface="Calibri (MS)"/>
              </a:rPr>
              <a:t>Thiếu cái nhìn trực quan về tiến độ hoàn thành công việc hằng ngày</a:t>
            </a:r>
            <a:endParaRPr b="0" lang="vi-VN" sz="2020" spc="-1" strike="noStrike">
              <a:latin typeface="Noto Sans CJK SC"/>
            </a:endParaRPr>
          </a:p>
          <a:p>
            <a:pPr lvl="1" marL="366480" indent="-183240">
              <a:lnSpc>
                <a:spcPts val="3600"/>
              </a:lnSpc>
              <a:buFont typeface="Arial"/>
              <a:buChar char="•"/>
            </a:pPr>
            <a:r>
              <a:rPr b="0" lang="en-US" sz="2020" spc="-1" strike="noStrike">
                <a:solidFill>
                  <a:srgbClr val="3f3d56"/>
                </a:solidFill>
                <a:latin typeface="Calibri (MS)"/>
                <a:ea typeface="Calibri (MS)"/>
              </a:rPr>
              <a:t>Chưa có công cụ hỗ trợ lên kế hoạch &amp; tư vấn thông minh</a:t>
            </a:r>
            <a:endParaRPr b="0" lang="vi-VN" sz="2020" spc="-1" strike="noStrike">
              <a:latin typeface="Noto Sans CJK SC"/>
            </a:endParaRPr>
          </a:p>
          <a:p>
            <a:pPr lvl="1" marL="366480" indent="-183240">
              <a:lnSpc>
                <a:spcPts val="3600"/>
              </a:lnSpc>
              <a:buFont typeface="Arial"/>
              <a:buChar char="•"/>
            </a:pPr>
            <a:r>
              <a:rPr b="0" lang="en-US" sz="2020" spc="-1" strike="noStrike">
                <a:solidFill>
                  <a:srgbClr val="3f3d56"/>
                </a:solidFill>
                <a:latin typeface="Calibri (MS)"/>
                <a:ea typeface="Calibri (MS)"/>
              </a:rPr>
              <a:t>Chưa tận dụng dữ liệu thời tiết, ngày lễ, lịch Âm khi lập lịch</a:t>
            </a:r>
            <a:endParaRPr b="0" lang="vi-VN" sz="2020" spc="-1" strike="noStrike">
              <a:latin typeface="Noto Sans CJK SC"/>
            </a:endParaRPr>
          </a:p>
        </p:txBody>
      </p:sp>
      <p:grpSp>
        <p:nvGrpSpPr>
          <p:cNvPr id="198" name="Group 28"/>
          <p:cNvGrpSpPr/>
          <p:nvPr/>
        </p:nvGrpSpPr>
        <p:grpSpPr>
          <a:xfrm>
            <a:off x="9486720" y="2331720"/>
            <a:ext cx="8046000" cy="7063560"/>
            <a:chOff x="9486720" y="2331720"/>
            <a:chExt cx="8046000" cy="7063560"/>
          </a:xfrm>
        </p:grpSpPr>
        <p:sp>
          <p:nvSpPr>
            <p:cNvPr id="199" name="Freeform 29"/>
            <p:cNvSpPr/>
            <p:nvPr/>
          </p:nvSpPr>
          <p:spPr>
            <a:xfrm>
              <a:off x="9486720" y="2331720"/>
              <a:ext cx="8046000" cy="7063560"/>
            </a:xfrm>
            <a:custGeom>
              <a:avLst/>
              <a:gdLst/>
              <a:ahLst/>
              <a:rect l="l" t="t" r="r" b="b"/>
              <a:pathLst>
                <a:path w="10728706" h="9418320">
                  <a:moveTo>
                    <a:pt x="0" y="256032"/>
                  </a:moveTo>
                  <a:cubicBezTo>
                    <a:pt x="0" y="114554"/>
                    <a:pt x="114554" y="0"/>
                    <a:pt x="256032" y="0"/>
                  </a:cubicBezTo>
                  <a:lnTo>
                    <a:pt x="10472674" y="0"/>
                  </a:lnTo>
                  <a:cubicBezTo>
                    <a:pt x="10614025" y="0"/>
                    <a:pt x="10728706" y="114554"/>
                    <a:pt x="10728706" y="256032"/>
                  </a:cubicBezTo>
                  <a:lnTo>
                    <a:pt x="10728706" y="9162288"/>
                  </a:lnTo>
                  <a:cubicBezTo>
                    <a:pt x="10728706" y="9303639"/>
                    <a:pt x="10614152" y="9418320"/>
                    <a:pt x="10472674" y="9418320"/>
                  </a:cubicBezTo>
                  <a:lnTo>
                    <a:pt x="256032" y="9418320"/>
                  </a:lnTo>
                  <a:cubicBezTo>
                    <a:pt x="114554" y="9418320"/>
                    <a:pt x="0" y="9303766"/>
                    <a:pt x="0" y="9162288"/>
                  </a:cubicBezTo>
                  <a:close/>
                </a:path>
              </a:pathLst>
            </a:custGeom>
            <a:solidFill>
              <a:srgbClr val="1c14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0" name="Group 30"/>
          <p:cNvGrpSpPr/>
          <p:nvPr/>
        </p:nvGrpSpPr>
        <p:grpSpPr>
          <a:xfrm>
            <a:off x="9898200" y="2743200"/>
            <a:ext cx="767880" cy="767880"/>
            <a:chOff x="9898200" y="2743200"/>
            <a:chExt cx="767880" cy="767880"/>
          </a:xfrm>
        </p:grpSpPr>
        <p:sp>
          <p:nvSpPr>
            <p:cNvPr id="201" name="Freeform 31"/>
            <p:cNvSpPr/>
            <p:nvPr/>
          </p:nvSpPr>
          <p:spPr>
            <a:xfrm>
              <a:off x="9898200" y="2743200"/>
              <a:ext cx="767880" cy="767880"/>
            </a:xfrm>
            <a:custGeom>
              <a:avLst/>
              <a:gdLst/>
              <a:ah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662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2" name="Group 32"/>
          <p:cNvGrpSpPr/>
          <p:nvPr/>
        </p:nvGrpSpPr>
        <p:grpSpPr>
          <a:xfrm>
            <a:off x="10062720" y="2907720"/>
            <a:ext cx="438480" cy="438480"/>
            <a:chOff x="10062720" y="2907720"/>
            <a:chExt cx="438480" cy="438480"/>
          </a:xfrm>
        </p:grpSpPr>
        <p:sp>
          <p:nvSpPr>
            <p:cNvPr id="203" name="Freeform 33"/>
            <p:cNvSpPr/>
            <p:nvPr/>
          </p:nvSpPr>
          <p:spPr>
            <a:xfrm>
              <a:off x="10062720" y="2907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04" name="Group 34"/>
          <p:cNvGrpSpPr/>
          <p:nvPr/>
        </p:nvGrpSpPr>
        <p:grpSpPr>
          <a:xfrm>
            <a:off x="10858320" y="2783880"/>
            <a:ext cx="6400080" cy="672120"/>
            <a:chOff x="10858320" y="2783880"/>
            <a:chExt cx="6400080" cy="672120"/>
          </a:xfrm>
        </p:grpSpPr>
        <p:sp>
          <p:nvSpPr>
            <p:cNvPr id="205" name="Freeform 35"/>
            <p:cNvSpPr/>
            <p:nvPr/>
          </p:nvSpPr>
          <p:spPr>
            <a:xfrm>
              <a:off x="10858320" y="2797920"/>
              <a:ext cx="6400080" cy="658080"/>
            </a:xfrm>
            <a:custGeom>
              <a:avLst/>
              <a:gdLst/>
              <a:ahLst/>
              <a:rect l="l" t="t" r="r" b="b"/>
              <a:pathLst>
                <a:path w="8534096" h="877824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06" name="TextBox 36"/>
            <p:cNvSpPr/>
            <p:nvPr/>
          </p:nvSpPr>
          <p:spPr>
            <a:xfrm>
              <a:off x="10858320" y="2783880"/>
              <a:ext cx="6400080" cy="67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3240"/>
                </a:lnSpc>
                <a:buNone/>
              </a:pPr>
              <a:r>
                <a:rPr b="1" lang="en-US" sz="2700" spc="-1" strike="noStrike">
                  <a:solidFill>
                    <a:srgbClr val="ffffff"/>
                  </a:solidFill>
                  <a:latin typeface="Cambria Bold"/>
                  <a:ea typeface="Cambria Bold"/>
                </a:rPr>
                <a:t>Mục tiêu dự án</a:t>
              </a:r>
              <a:endParaRPr b="0" lang="vi-VN" sz="2700" spc="-1" strike="noStrike">
                <a:latin typeface="Noto Sans CJK SC"/>
              </a:endParaRPr>
            </a:p>
          </p:txBody>
        </p:sp>
      </p:grpSp>
      <p:sp>
        <p:nvSpPr>
          <p:cNvPr id="207" name="TextBox 37"/>
          <p:cNvSpPr/>
          <p:nvPr/>
        </p:nvSpPr>
        <p:spPr>
          <a:xfrm>
            <a:off x="10058040" y="3684240"/>
            <a:ext cx="6903000" cy="3703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52800" indent="-176400">
              <a:lnSpc>
                <a:spcPts val="3240"/>
              </a:lnSpc>
              <a:buFont typeface="Arial"/>
              <a:buChar char="•"/>
            </a:pPr>
            <a:r>
              <a:rPr b="0" lang="en-US" sz="1950" spc="-1" strike="noStrike">
                <a:solidFill>
                  <a:srgbClr val="e6e2fa"/>
                </a:solidFill>
                <a:latin typeface="Calibri (MS)"/>
                <a:ea typeface="Calibri (MS)"/>
              </a:rPr>
              <a:t>Xây dựng app quản lý lịch trình trực quan theo Ngày / Tuần / Tháng</a:t>
            </a:r>
            <a:endParaRPr b="0" lang="vi-VN" sz="1950" spc="-1" strike="noStrike">
              <a:latin typeface="Noto Sans CJK SC"/>
            </a:endParaRPr>
          </a:p>
          <a:p>
            <a:pPr lvl="1" marL="352800" indent="-176400">
              <a:lnSpc>
                <a:spcPts val="3240"/>
              </a:lnSpc>
              <a:buFont typeface="Arial"/>
              <a:buChar char="•"/>
            </a:pPr>
            <a:r>
              <a:rPr b="0" lang="en-US" sz="1950" spc="-1" strike="noStrike">
                <a:solidFill>
                  <a:srgbClr val="e6e2fa"/>
                </a:solidFill>
                <a:latin typeface="Calibri (MS)"/>
                <a:ea typeface="Calibri (MS)"/>
              </a:rPr>
              <a:t>Tích hợp trợ lý AI (Gemini) tư vấn dựa trên lịch trình cá nhân</a:t>
            </a:r>
            <a:endParaRPr b="0" lang="vi-VN" sz="1950" spc="-1" strike="noStrike">
              <a:latin typeface="Noto Sans CJK SC"/>
            </a:endParaRPr>
          </a:p>
          <a:p>
            <a:pPr lvl="1" marL="352800" indent="-176400">
              <a:lnSpc>
                <a:spcPts val="3240"/>
              </a:lnSpc>
              <a:buFont typeface="Arial"/>
              <a:buChar char="•"/>
            </a:pPr>
            <a:r>
              <a:rPr b="0" lang="en-US" sz="1950" spc="-1" strike="noStrike">
                <a:solidFill>
                  <a:srgbClr val="e6e2fa"/>
                </a:solidFill>
                <a:latin typeface="Calibri (MS)"/>
                <a:ea typeface="Calibri (MS)"/>
              </a:rPr>
              <a:t>Trực quan hoá hiệu suất bằng biểu đồ thống kê chi tiết</a:t>
            </a:r>
            <a:endParaRPr b="0" lang="vi-VN" sz="1950" spc="-1" strike="noStrike">
              <a:latin typeface="Noto Sans CJK SC"/>
            </a:endParaRPr>
          </a:p>
          <a:p>
            <a:pPr lvl="1" marL="352800" indent="-176400">
              <a:lnSpc>
                <a:spcPts val="3240"/>
              </a:lnSpc>
              <a:buFont typeface="Arial"/>
              <a:buChar char="•"/>
            </a:pPr>
            <a:r>
              <a:rPr b="0" lang="en-US" sz="1950" spc="-1" strike="noStrike">
                <a:solidFill>
                  <a:srgbClr val="e6e2fa"/>
                </a:solidFill>
                <a:latin typeface="Calibri (MS)"/>
                <a:ea typeface="Calibri (MS)"/>
              </a:rPr>
              <a:t>Nhắc nhở thông minh kèm âm thanh và widget màn hình chính</a:t>
            </a:r>
            <a:endParaRPr b="0" lang="vi-VN" sz="1950" spc="-1" strike="noStrike">
              <a:latin typeface="Noto Sans CJK SC"/>
            </a:endParaRPr>
          </a:p>
          <a:p>
            <a:pPr lvl="1" marL="352800" indent="-176400">
              <a:lnSpc>
                <a:spcPts val="3240"/>
              </a:lnSpc>
              <a:buFont typeface="Arial"/>
              <a:buChar char="•"/>
            </a:pPr>
            <a:r>
              <a:rPr b="0" lang="en-US" sz="1950" spc="-1" strike="noStrike">
                <a:solidFill>
                  <a:srgbClr val="e6e2fa"/>
                </a:solidFill>
                <a:latin typeface="Calibri (MS)"/>
                <a:ea typeface="Calibri (MS)"/>
              </a:rPr>
              <a:t>Hỗ trợ Lịch Âm Dương, đồng bộ thời tiết &amp; ngày lễ Việt Nam</a:t>
            </a:r>
            <a:endParaRPr b="0" lang="vi-VN" sz="1950" spc="-1" strike="noStrike">
              <a:latin typeface="Noto Sans CJK SC"/>
            </a:endParaRPr>
          </a:p>
        </p:txBody>
      </p:sp>
    </p:spTree>
  </p:cSld>
  <p:transition>
    <p:push dir="r"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8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209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10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211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12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213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4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01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215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216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17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Tổng quan giải pháp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218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219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0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221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222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23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4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224" name="Group 18"/>
          <p:cNvGrpSpPr/>
          <p:nvPr/>
        </p:nvGrpSpPr>
        <p:grpSpPr>
          <a:xfrm>
            <a:off x="744840" y="2390760"/>
            <a:ext cx="5291640" cy="2967480"/>
            <a:chOff x="744840" y="2390760"/>
            <a:chExt cx="5291640" cy="2967480"/>
          </a:xfrm>
        </p:grpSpPr>
        <p:sp>
          <p:nvSpPr>
            <p:cNvPr id="225" name="Freeform 19"/>
            <p:cNvSpPr/>
            <p:nvPr/>
          </p:nvSpPr>
          <p:spPr>
            <a:xfrm>
              <a:off x="744840" y="2390760"/>
              <a:ext cx="5291640" cy="2967480"/>
            </a:xfrm>
            <a:custGeom>
              <a:avLst/>
              <a:gdLst/>
              <a:ahLst/>
              <a:rect l="l" t="t" r="r" b="b"/>
              <a:pathLst>
                <a:path w="7055866" h="3957320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26" name="Group 20"/>
          <p:cNvGrpSpPr/>
          <p:nvPr/>
        </p:nvGrpSpPr>
        <p:grpSpPr>
          <a:xfrm>
            <a:off x="1138320" y="2756880"/>
            <a:ext cx="822600" cy="822600"/>
            <a:chOff x="1138320" y="2756880"/>
            <a:chExt cx="822600" cy="822600"/>
          </a:xfrm>
        </p:grpSpPr>
        <p:sp>
          <p:nvSpPr>
            <p:cNvPr id="227" name="Freeform 21"/>
            <p:cNvSpPr/>
            <p:nvPr/>
          </p:nvSpPr>
          <p:spPr>
            <a:xfrm>
              <a:off x="1138320" y="2756880"/>
              <a:ext cx="822600" cy="822600"/>
            </a:xfrm>
            <a:custGeom>
              <a:avLst/>
              <a:gdLst/>
              <a:ah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4285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28" name="Group 22"/>
          <p:cNvGrpSpPr/>
          <p:nvPr/>
        </p:nvGrpSpPr>
        <p:grpSpPr>
          <a:xfrm>
            <a:off x="1330560" y="2949120"/>
            <a:ext cx="438480" cy="438480"/>
            <a:chOff x="1330560" y="2949120"/>
            <a:chExt cx="438480" cy="438480"/>
          </a:xfrm>
        </p:grpSpPr>
        <p:sp>
          <p:nvSpPr>
            <p:cNvPr id="229" name="Freeform 23"/>
            <p:cNvSpPr/>
            <p:nvPr/>
          </p:nvSpPr>
          <p:spPr>
            <a:xfrm>
              <a:off x="1330560" y="29491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0" name="Group 24"/>
          <p:cNvGrpSpPr/>
          <p:nvPr/>
        </p:nvGrpSpPr>
        <p:grpSpPr>
          <a:xfrm>
            <a:off x="1138320" y="3736080"/>
            <a:ext cx="4504320" cy="611640"/>
            <a:chOff x="1138320" y="3736080"/>
            <a:chExt cx="4504320" cy="611640"/>
          </a:xfrm>
        </p:grpSpPr>
        <p:sp>
          <p:nvSpPr>
            <p:cNvPr id="231" name="Freeform 25"/>
            <p:cNvSpPr/>
            <p:nvPr/>
          </p:nvSpPr>
          <p:spPr>
            <a:xfrm>
              <a:off x="1138320" y="3772080"/>
              <a:ext cx="4504320" cy="575640"/>
            </a:xfrm>
            <a:custGeom>
              <a:avLst/>
              <a:gdLst/>
              <a:ahLst/>
              <a:rect l="l" t="t" r="r" b="b"/>
              <a:pathLst>
                <a:path w="6006388" h="768096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2" name="TextBox 26"/>
            <p:cNvSpPr/>
            <p:nvPr/>
          </p:nvSpPr>
          <p:spPr>
            <a:xfrm>
              <a:off x="1138320" y="3736080"/>
              <a:ext cx="4504320" cy="61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1" lang="en-US" sz="217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Lịch trình đa chế độ</a:t>
              </a:r>
              <a:endParaRPr b="0" lang="vi-VN" sz="2170" spc="-1" strike="noStrike">
                <a:latin typeface="Noto Sans CJK SC"/>
              </a:endParaRPr>
            </a:p>
          </p:txBody>
        </p:sp>
      </p:grpSp>
      <p:grpSp>
        <p:nvGrpSpPr>
          <p:cNvPr id="233" name="Group 27"/>
          <p:cNvGrpSpPr/>
          <p:nvPr/>
        </p:nvGrpSpPr>
        <p:grpSpPr>
          <a:xfrm>
            <a:off x="1138320" y="4276440"/>
            <a:ext cx="4504320" cy="963000"/>
            <a:chOff x="1138320" y="4276440"/>
            <a:chExt cx="4504320" cy="963000"/>
          </a:xfrm>
        </p:grpSpPr>
        <p:sp>
          <p:nvSpPr>
            <p:cNvPr id="234" name="Freeform 28"/>
            <p:cNvSpPr/>
            <p:nvPr/>
          </p:nvSpPr>
          <p:spPr>
            <a:xfrm>
              <a:off x="1138320" y="4348080"/>
              <a:ext cx="4504320" cy="891360"/>
            </a:xfrm>
            <a:custGeom>
              <a:avLst/>
              <a:gdLst/>
              <a:ahLst/>
              <a:rect l="l" t="t" r="r" b="b"/>
              <a:pathLst>
                <a:path w="6006388" h="1188720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35" name="TextBox 29"/>
            <p:cNvSpPr/>
            <p:nvPr/>
          </p:nvSpPr>
          <p:spPr>
            <a:xfrm>
              <a:off x="1138320" y="4276440"/>
              <a:ext cx="4504320" cy="96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Xem theo Ngày, Tuần, Tháng với giao diện trực quan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236" name="Group 30"/>
          <p:cNvGrpSpPr/>
          <p:nvPr/>
        </p:nvGrpSpPr>
        <p:grpSpPr>
          <a:xfrm>
            <a:off x="6497640" y="2390760"/>
            <a:ext cx="5291640" cy="2967480"/>
            <a:chOff x="6497640" y="2390760"/>
            <a:chExt cx="5291640" cy="2967480"/>
          </a:xfrm>
        </p:grpSpPr>
        <p:sp>
          <p:nvSpPr>
            <p:cNvPr id="237" name="Freeform 31"/>
            <p:cNvSpPr/>
            <p:nvPr/>
          </p:nvSpPr>
          <p:spPr>
            <a:xfrm>
              <a:off x="6497640" y="2390760"/>
              <a:ext cx="5291640" cy="2967480"/>
            </a:xfrm>
            <a:custGeom>
              <a:avLst/>
              <a:gdLst/>
              <a:ahLst/>
              <a:rect l="l" t="t" r="r" b="b"/>
              <a:pathLst>
                <a:path w="7055866" h="3957320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38" name="Group 32"/>
          <p:cNvGrpSpPr/>
          <p:nvPr/>
        </p:nvGrpSpPr>
        <p:grpSpPr>
          <a:xfrm>
            <a:off x="6891480" y="2756880"/>
            <a:ext cx="822600" cy="822600"/>
            <a:chOff x="6891480" y="2756880"/>
            <a:chExt cx="822600" cy="822600"/>
          </a:xfrm>
        </p:grpSpPr>
        <p:sp>
          <p:nvSpPr>
            <p:cNvPr id="239" name="Freeform 33"/>
            <p:cNvSpPr/>
            <p:nvPr/>
          </p:nvSpPr>
          <p:spPr>
            <a:xfrm>
              <a:off x="6891480" y="2756880"/>
              <a:ext cx="822600" cy="822600"/>
            </a:xfrm>
            <a:custGeom>
              <a:avLst/>
              <a:gdLst/>
              <a:ah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0" name="Group 34"/>
          <p:cNvGrpSpPr/>
          <p:nvPr/>
        </p:nvGrpSpPr>
        <p:grpSpPr>
          <a:xfrm>
            <a:off x="7083360" y="2949120"/>
            <a:ext cx="438480" cy="438480"/>
            <a:chOff x="7083360" y="2949120"/>
            <a:chExt cx="438480" cy="438480"/>
          </a:xfrm>
        </p:grpSpPr>
        <p:sp>
          <p:nvSpPr>
            <p:cNvPr id="241" name="Freeform 35"/>
            <p:cNvSpPr/>
            <p:nvPr/>
          </p:nvSpPr>
          <p:spPr>
            <a:xfrm>
              <a:off x="7083360" y="29491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42" name="Group 36"/>
          <p:cNvGrpSpPr/>
          <p:nvPr/>
        </p:nvGrpSpPr>
        <p:grpSpPr>
          <a:xfrm>
            <a:off x="6891480" y="3736080"/>
            <a:ext cx="4504320" cy="611640"/>
            <a:chOff x="6891480" y="3736080"/>
            <a:chExt cx="4504320" cy="611640"/>
          </a:xfrm>
        </p:grpSpPr>
        <p:sp>
          <p:nvSpPr>
            <p:cNvPr id="243" name="Freeform 37"/>
            <p:cNvSpPr/>
            <p:nvPr/>
          </p:nvSpPr>
          <p:spPr>
            <a:xfrm>
              <a:off x="6891480" y="3772080"/>
              <a:ext cx="4504320" cy="575640"/>
            </a:xfrm>
            <a:custGeom>
              <a:avLst/>
              <a:gdLst/>
              <a:ahLst/>
              <a:rect l="l" t="t" r="r" b="b"/>
              <a:pathLst>
                <a:path w="6006388" h="768096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4" name="TextBox 38"/>
            <p:cNvSpPr/>
            <p:nvPr/>
          </p:nvSpPr>
          <p:spPr>
            <a:xfrm>
              <a:off x="6891480" y="3736080"/>
              <a:ext cx="4504320" cy="61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1" lang="en-US" sz="217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Trợ lý AI Gemini</a:t>
              </a:r>
              <a:endParaRPr b="0" lang="vi-VN" sz="2170" spc="-1" strike="noStrike">
                <a:latin typeface="Noto Sans CJK SC"/>
              </a:endParaRPr>
            </a:p>
          </p:txBody>
        </p:sp>
      </p:grpSp>
      <p:grpSp>
        <p:nvGrpSpPr>
          <p:cNvPr id="245" name="Group 39"/>
          <p:cNvGrpSpPr/>
          <p:nvPr/>
        </p:nvGrpSpPr>
        <p:grpSpPr>
          <a:xfrm>
            <a:off x="6891480" y="4276440"/>
            <a:ext cx="4504320" cy="963000"/>
            <a:chOff x="6891480" y="4276440"/>
            <a:chExt cx="4504320" cy="963000"/>
          </a:xfrm>
        </p:grpSpPr>
        <p:sp>
          <p:nvSpPr>
            <p:cNvPr id="246" name="Freeform 40"/>
            <p:cNvSpPr/>
            <p:nvPr/>
          </p:nvSpPr>
          <p:spPr>
            <a:xfrm>
              <a:off x="6891480" y="4348080"/>
              <a:ext cx="4504320" cy="891360"/>
            </a:xfrm>
            <a:custGeom>
              <a:avLst/>
              <a:gdLst/>
              <a:ahLst/>
              <a:rect l="l" t="t" r="r" b="b"/>
              <a:pathLst>
                <a:path w="6006388" h="1188720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47" name="TextBox 41"/>
            <p:cNvSpPr/>
            <p:nvPr/>
          </p:nvSpPr>
          <p:spPr>
            <a:xfrm>
              <a:off x="6891480" y="4276440"/>
              <a:ext cx="4504320" cy="96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Trò chuyện &amp; tư vấn dựa trên dữ liệu lịch cá nhân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248" name="Group 42"/>
          <p:cNvGrpSpPr/>
          <p:nvPr/>
        </p:nvGrpSpPr>
        <p:grpSpPr>
          <a:xfrm>
            <a:off x="12250800" y="2390760"/>
            <a:ext cx="5291640" cy="2967480"/>
            <a:chOff x="12250800" y="2390760"/>
            <a:chExt cx="5291640" cy="2967480"/>
          </a:xfrm>
        </p:grpSpPr>
        <p:sp>
          <p:nvSpPr>
            <p:cNvPr id="249" name="Freeform 43"/>
            <p:cNvSpPr/>
            <p:nvPr/>
          </p:nvSpPr>
          <p:spPr>
            <a:xfrm>
              <a:off x="12250800" y="2390760"/>
              <a:ext cx="5291640" cy="2967480"/>
            </a:xfrm>
            <a:custGeom>
              <a:avLst/>
              <a:gdLst/>
              <a:ahLst/>
              <a:rect l="l" t="t" r="r" b="b"/>
              <a:pathLst>
                <a:path w="7055866" h="3957320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50" name="Group 44"/>
          <p:cNvGrpSpPr/>
          <p:nvPr/>
        </p:nvGrpSpPr>
        <p:grpSpPr>
          <a:xfrm>
            <a:off x="12644280" y="2756880"/>
            <a:ext cx="822600" cy="822600"/>
            <a:chOff x="12644280" y="2756880"/>
            <a:chExt cx="822600" cy="822600"/>
          </a:xfrm>
        </p:grpSpPr>
        <p:sp>
          <p:nvSpPr>
            <p:cNvPr id="251" name="Freeform 45"/>
            <p:cNvSpPr/>
            <p:nvPr/>
          </p:nvSpPr>
          <p:spPr>
            <a:xfrm>
              <a:off x="12644280" y="2756880"/>
              <a:ext cx="822600" cy="822600"/>
            </a:xfrm>
            <a:custGeom>
              <a:avLst/>
              <a:gdLst/>
              <a:ah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34a85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52" name="Group 46"/>
          <p:cNvGrpSpPr/>
          <p:nvPr/>
        </p:nvGrpSpPr>
        <p:grpSpPr>
          <a:xfrm>
            <a:off x="12836520" y="2949120"/>
            <a:ext cx="438480" cy="438480"/>
            <a:chOff x="12836520" y="2949120"/>
            <a:chExt cx="438480" cy="438480"/>
          </a:xfrm>
        </p:grpSpPr>
        <p:sp>
          <p:nvSpPr>
            <p:cNvPr id="253" name="Freeform 47"/>
            <p:cNvSpPr/>
            <p:nvPr/>
          </p:nvSpPr>
          <p:spPr>
            <a:xfrm>
              <a:off x="12836520" y="29491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54" name="Group 48"/>
          <p:cNvGrpSpPr/>
          <p:nvPr/>
        </p:nvGrpSpPr>
        <p:grpSpPr>
          <a:xfrm>
            <a:off x="12644280" y="3736080"/>
            <a:ext cx="4504320" cy="611640"/>
            <a:chOff x="12644280" y="3736080"/>
            <a:chExt cx="4504320" cy="611640"/>
          </a:xfrm>
        </p:grpSpPr>
        <p:sp>
          <p:nvSpPr>
            <p:cNvPr id="255" name="Freeform 49"/>
            <p:cNvSpPr/>
            <p:nvPr/>
          </p:nvSpPr>
          <p:spPr>
            <a:xfrm>
              <a:off x="12644280" y="3772080"/>
              <a:ext cx="4504320" cy="575640"/>
            </a:xfrm>
            <a:custGeom>
              <a:avLst/>
              <a:gdLst/>
              <a:ahLst/>
              <a:rect l="l" t="t" r="r" b="b"/>
              <a:pathLst>
                <a:path w="6006388" h="768096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6" name="TextBox 50"/>
            <p:cNvSpPr/>
            <p:nvPr/>
          </p:nvSpPr>
          <p:spPr>
            <a:xfrm>
              <a:off x="12644280" y="3736080"/>
              <a:ext cx="4504320" cy="61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1" lang="en-US" sz="217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Thống kê hiệu suất</a:t>
              </a:r>
              <a:endParaRPr b="0" lang="vi-VN" sz="2170" spc="-1" strike="noStrike">
                <a:latin typeface="Noto Sans CJK SC"/>
              </a:endParaRPr>
            </a:p>
          </p:txBody>
        </p:sp>
      </p:grpSp>
      <p:grpSp>
        <p:nvGrpSpPr>
          <p:cNvPr id="257" name="Group 51"/>
          <p:cNvGrpSpPr/>
          <p:nvPr/>
        </p:nvGrpSpPr>
        <p:grpSpPr>
          <a:xfrm>
            <a:off x="12644280" y="4276440"/>
            <a:ext cx="4504320" cy="963000"/>
            <a:chOff x="12644280" y="4276440"/>
            <a:chExt cx="4504320" cy="963000"/>
          </a:xfrm>
        </p:grpSpPr>
        <p:sp>
          <p:nvSpPr>
            <p:cNvPr id="258" name="Freeform 52"/>
            <p:cNvSpPr/>
            <p:nvPr/>
          </p:nvSpPr>
          <p:spPr>
            <a:xfrm>
              <a:off x="12644280" y="4348080"/>
              <a:ext cx="4504320" cy="891360"/>
            </a:xfrm>
            <a:custGeom>
              <a:avLst/>
              <a:gdLst/>
              <a:ahLst/>
              <a:rect l="l" t="t" r="r" b="b"/>
              <a:pathLst>
                <a:path w="6006388" h="1188720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59" name="TextBox 53"/>
            <p:cNvSpPr/>
            <p:nvPr/>
          </p:nvSpPr>
          <p:spPr>
            <a:xfrm>
              <a:off x="12644280" y="4276440"/>
              <a:ext cx="4504320" cy="96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Biểu đồ tỉ lệ hoàn thành, xu hướng theo tuần / tháng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260" name="Group 54"/>
          <p:cNvGrpSpPr/>
          <p:nvPr/>
        </p:nvGrpSpPr>
        <p:grpSpPr>
          <a:xfrm>
            <a:off x="744840" y="5819760"/>
            <a:ext cx="5291640" cy="2967480"/>
            <a:chOff x="744840" y="5819760"/>
            <a:chExt cx="5291640" cy="2967480"/>
          </a:xfrm>
        </p:grpSpPr>
        <p:sp>
          <p:nvSpPr>
            <p:cNvPr id="261" name="Freeform 55"/>
            <p:cNvSpPr/>
            <p:nvPr/>
          </p:nvSpPr>
          <p:spPr>
            <a:xfrm>
              <a:off x="744840" y="5819760"/>
              <a:ext cx="5291640" cy="2967480"/>
            </a:xfrm>
            <a:custGeom>
              <a:avLst/>
              <a:gdLst/>
              <a:ahLst/>
              <a:rect l="l" t="t" r="r" b="b"/>
              <a:pathLst>
                <a:path w="7055866" h="3957320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62" name="Group 56"/>
          <p:cNvGrpSpPr/>
          <p:nvPr/>
        </p:nvGrpSpPr>
        <p:grpSpPr>
          <a:xfrm>
            <a:off x="1138320" y="6185880"/>
            <a:ext cx="822600" cy="822600"/>
            <a:chOff x="1138320" y="6185880"/>
            <a:chExt cx="822600" cy="822600"/>
          </a:xfrm>
        </p:grpSpPr>
        <p:sp>
          <p:nvSpPr>
            <p:cNvPr id="263" name="Freeform 57"/>
            <p:cNvSpPr/>
            <p:nvPr/>
          </p:nvSpPr>
          <p:spPr>
            <a:xfrm>
              <a:off x="1138320" y="6185880"/>
              <a:ext cx="822600" cy="822600"/>
            </a:xfrm>
            <a:custGeom>
              <a:avLst/>
              <a:gdLst/>
              <a:ah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64" name="Group 58"/>
          <p:cNvGrpSpPr/>
          <p:nvPr/>
        </p:nvGrpSpPr>
        <p:grpSpPr>
          <a:xfrm>
            <a:off x="1330560" y="6378120"/>
            <a:ext cx="438480" cy="438480"/>
            <a:chOff x="1330560" y="6378120"/>
            <a:chExt cx="438480" cy="438480"/>
          </a:xfrm>
        </p:grpSpPr>
        <p:sp>
          <p:nvSpPr>
            <p:cNvPr id="265" name="Freeform 59"/>
            <p:cNvSpPr/>
            <p:nvPr/>
          </p:nvSpPr>
          <p:spPr>
            <a:xfrm>
              <a:off x="1330560" y="63781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66" name="Group 60"/>
          <p:cNvGrpSpPr/>
          <p:nvPr/>
        </p:nvGrpSpPr>
        <p:grpSpPr>
          <a:xfrm>
            <a:off x="1138320" y="7165080"/>
            <a:ext cx="4504320" cy="611640"/>
            <a:chOff x="1138320" y="7165080"/>
            <a:chExt cx="4504320" cy="611640"/>
          </a:xfrm>
        </p:grpSpPr>
        <p:sp>
          <p:nvSpPr>
            <p:cNvPr id="267" name="Freeform 61"/>
            <p:cNvSpPr/>
            <p:nvPr/>
          </p:nvSpPr>
          <p:spPr>
            <a:xfrm>
              <a:off x="1138320" y="7201080"/>
              <a:ext cx="4504320" cy="575640"/>
            </a:xfrm>
            <a:custGeom>
              <a:avLst/>
              <a:gdLst/>
              <a:ahLst/>
              <a:rect l="l" t="t" r="r" b="b"/>
              <a:pathLst>
                <a:path w="6006388" h="768096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68" name="TextBox 62"/>
            <p:cNvSpPr/>
            <p:nvPr/>
          </p:nvSpPr>
          <p:spPr>
            <a:xfrm>
              <a:off x="1138320" y="7165080"/>
              <a:ext cx="4504320" cy="61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1" lang="en-US" sz="217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Widget đa kích thước</a:t>
              </a:r>
              <a:endParaRPr b="0" lang="vi-VN" sz="2170" spc="-1" strike="noStrike">
                <a:latin typeface="Noto Sans CJK SC"/>
              </a:endParaRPr>
            </a:p>
          </p:txBody>
        </p:sp>
      </p:grpSp>
      <p:grpSp>
        <p:nvGrpSpPr>
          <p:cNvPr id="269" name="Group 63"/>
          <p:cNvGrpSpPr/>
          <p:nvPr/>
        </p:nvGrpSpPr>
        <p:grpSpPr>
          <a:xfrm>
            <a:off x="1138320" y="7705440"/>
            <a:ext cx="4504320" cy="963000"/>
            <a:chOff x="1138320" y="7705440"/>
            <a:chExt cx="4504320" cy="963000"/>
          </a:xfrm>
        </p:grpSpPr>
        <p:sp>
          <p:nvSpPr>
            <p:cNvPr id="270" name="Freeform 64"/>
            <p:cNvSpPr/>
            <p:nvPr/>
          </p:nvSpPr>
          <p:spPr>
            <a:xfrm>
              <a:off x="1138320" y="7777080"/>
              <a:ext cx="4504320" cy="891360"/>
            </a:xfrm>
            <a:custGeom>
              <a:avLst/>
              <a:gdLst/>
              <a:ahLst/>
              <a:rect l="l" t="t" r="r" b="b"/>
              <a:pathLst>
                <a:path w="6006388" h="1188720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71" name="TextBox 65"/>
            <p:cNvSpPr/>
            <p:nvPr/>
          </p:nvSpPr>
          <p:spPr>
            <a:xfrm>
              <a:off x="1138320" y="7705440"/>
              <a:ext cx="4504320" cy="96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5 kích cỡ hiển thị việc cần làm ngay màn hình chính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272" name="Group 66"/>
          <p:cNvGrpSpPr/>
          <p:nvPr/>
        </p:nvGrpSpPr>
        <p:grpSpPr>
          <a:xfrm>
            <a:off x="6497640" y="5819760"/>
            <a:ext cx="5291640" cy="2967480"/>
            <a:chOff x="6497640" y="5819760"/>
            <a:chExt cx="5291640" cy="2967480"/>
          </a:xfrm>
        </p:grpSpPr>
        <p:sp>
          <p:nvSpPr>
            <p:cNvPr id="273" name="Freeform 67"/>
            <p:cNvSpPr/>
            <p:nvPr/>
          </p:nvSpPr>
          <p:spPr>
            <a:xfrm>
              <a:off x="6497640" y="5819760"/>
              <a:ext cx="5291640" cy="2967480"/>
            </a:xfrm>
            <a:custGeom>
              <a:avLst/>
              <a:gdLst/>
              <a:ahLst/>
              <a:rect l="l" t="t" r="r" b="b"/>
              <a:pathLst>
                <a:path w="7055866" h="3957320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74" name="Group 68"/>
          <p:cNvGrpSpPr/>
          <p:nvPr/>
        </p:nvGrpSpPr>
        <p:grpSpPr>
          <a:xfrm>
            <a:off x="6891480" y="6185880"/>
            <a:ext cx="822600" cy="822600"/>
            <a:chOff x="6891480" y="6185880"/>
            <a:chExt cx="822600" cy="822600"/>
          </a:xfrm>
        </p:grpSpPr>
        <p:sp>
          <p:nvSpPr>
            <p:cNvPr id="275" name="Freeform 69"/>
            <p:cNvSpPr/>
            <p:nvPr/>
          </p:nvSpPr>
          <p:spPr>
            <a:xfrm>
              <a:off x="6891480" y="6185880"/>
              <a:ext cx="822600" cy="822600"/>
            </a:xfrm>
            <a:custGeom>
              <a:avLst/>
              <a:gdLst/>
              <a:ah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dc26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76" name="Group 70"/>
          <p:cNvGrpSpPr/>
          <p:nvPr/>
        </p:nvGrpSpPr>
        <p:grpSpPr>
          <a:xfrm>
            <a:off x="7083360" y="6378120"/>
            <a:ext cx="438480" cy="438480"/>
            <a:chOff x="7083360" y="6378120"/>
            <a:chExt cx="438480" cy="438480"/>
          </a:xfrm>
        </p:grpSpPr>
        <p:sp>
          <p:nvSpPr>
            <p:cNvPr id="277" name="Freeform 71"/>
            <p:cNvSpPr/>
            <p:nvPr/>
          </p:nvSpPr>
          <p:spPr>
            <a:xfrm>
              <a:off x="7083360" y="63781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78" name="Group 72"/>
          <p:cNvGrpSpPr/>
          <p:nvPr/>
        </p:nvGrpSpPr>
        <p:grpSpPr>
          <a:xfrm>
            <a:off x="6891480" y="7165080"/>
            <a:ext cx="4504320" cy="611640"/>
            <a:chOff x="6891480" y="7165080"/>
            <a:chExt cx="4504320" cy="611640"/>
          </a:xfrm>
        </p:grpSpPr>
        <p:sp>
          <p:nvSpPr>
            <p:cNvPr id="279" name="Freeform 73"/>
            <p:cNvSpPr/>
            <p:nvPr/>
          </p:nvSpPr>
          <p:spPr>
            <a:xfrm>
              <a:off x="6891480" y="7201080"/>
              <a:ext cx="4504320" cy="575640"/>
            </a:xfrm>
            <a:custGeom>
              <a:avLst/>
              <a:gdLst/>
              <a:ahLst/>
              <a:rect l="l" t="t" r="r" b="b"/>
              <a:pathLst>
                <a:path w="6006388" h="768096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0" name="TextBox 74"/>
            <p:cNvSpPr/>
            <p:nvPr/>
          </p:nvSpPr>
          <p:spPr>
            <a:xfrm>
              <a:off x="6891480" y="7165080"/>
              <a:ext cx="4504320" cy="61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1" lang="en-US" sz="217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Nhắc nhở thông minh</a:t>
              </a:r>
              <a:endParaRPr b="0" lang="vi-VN" sz="2170" spc="-1" strike="noStrike">
                <a:latin typeface="Noto Sans CJK SC"/>
              </a:endParaRPr>
            </a:p>
          </p:txBody>
        </p:sp>
      </p:grpSp>
      <p:grpSp>
        <p:nvGrpSpPr>
          <p:cNvPr id="281" name="Group 75"/>
          <p:cNvGrpSpPr/>
          <p:nvPr/>
        </p:nvGrpSpPr>
        <p:grpSpPr>
          <a:xfrm>
            <a:off x="6891480" y="7705440"/>
            <a:ext cx="4504320" cy="963000"/>
            <a:chOff x="6891480" y="7705440"/>
            <a:chExt cx="4504320" cy="963000"/>
          </a:xfrm>
        </p:grpSpPr>
        <p:sp>
          <p:nvSpPr>
            <p:cNvPr id="282" name="Freeform 76"/>
            <p:cNvSpPr/>
            <p:nvPr/>
          </p:nvSpPr>
          <p:spPr>
            <a:xfrm>
              <a:off x="6891480" y="7777080"/>
              <a:ext cx="4504320" cy="891360"/>
            </a:xfrm>
            <a:custGeom>
              <a:avLst/>
              <a:gdLst/>
              <a:ahLst/>
              <a:rect l="l" t="t" r="r" b="b"/>
              <a:pathLst>
                <a:path w="6006388" h="1188720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83" name="TextBox 77"/>
            <p:cNvSpPr/>
            <p:nvPr/>
          </p:nvSpPr>
          <p:spPr>
            <a:xfrm>
              <a:off x="6891480" y="7705440"/>
              <a:ext cx="4504320" cy="96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Thông báo kèm âm thanh, tuỳ chỉnh thời gian nhắc trước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284" name="Group 78"/>
          <p:cNvGrpSpPr/>
          <p:nvPr/>
        </p:nvGrpSpPr>
        <p:grpSpPr>
          <a:xfrm>
            <a:off x="12250800" y="5819760"/>
            <a:ext cx="5291640" cy="2967480"/>
            <a:chOff x="12250800" y="5819760"/>
            <a:chExt cx="5291640" cy="2967480"/>
          </a:xfrm>
        </p:grpSpPr>
        <p:sp>
          <p:nvSpPr>
            <p:cNvPr id="285" name="Freeform 79"/>
            <p:cNvSpPr/>
            <p:nvPr/>
          </p:nvSpPr>
          <p:spPr>
            <a:xfrm>
              <a:off x="12250800" y="5819760"/>
              <a:ext cx="5291640" cy="2967480"/>
            </a:xfrm>
            <a:custGeom>
              <a:avLst/>
              <a:gdLst/>
              <a:ahLst/>
              <a:rect l="l" t="t" r="r" b="b"/>
              <a:pathLst>
                <a:path w="7055866" h="3957320">
                  <a:moveTo>
                    <a:pt x="0" y="257683"/>
                  </a:moveTo>
                  <a:cubicBezTo>
                    <a:pt x="0" y="115316"/>
                    <a:pt x="115316" y="0"/>
                    <a:pt x="257683" y="0"/>
                  </a:cubicBezTo>
                  <a:lnTo>
                    <a:pt x="6798183" y="0"/>
                  </a:lnTo>
                  <a:cubicBezTo>
                    <a:pt x="6940550" y="0"/>
                    <a:pt x="7055866" y="115316"/>
                    <a:pt x="7055866" y="257683"/>
                  </a:cubicBezTo>
                  <a:lnTo>
                    <a:pt x="7055866" y="3699637"/>
                  </a:lnTo>
                  <a:cubicBezTo>
                    <a:pt x="7055866" y="3842004"/>
                    <a:pt x="6940550" y="3957320"/>
                    <a:pt x="6798183" y="3957320"/>
                  </a:cubicBezTo>
                  <a:lnTo>
                    <a:pt x="257683" y="3957320"/>
                  </a:lnTo>
                  <a:cubicBezTo>
                    <a:pt x="115316" y="3957320"/>
                    <a:pt x="0" y="3842004"/>
                    <a:pt x="0" y="3699637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6" name="Group 80"/>
          <p:cNvGrpSpPr/>
          <p:nvPr/>
        </p:nvGrpSpPr>
        <p:grpSpPr>
          <a:xfrm>
            <a:off x="12644280" y="6185880"/>
            <a:ext cx="822600" cy="822600"/>
            <a:chOff x="12644280" y="6185880"/>
            <a:chExt cx="822600" cy="822600"/>
          </a:xfrm>
        </p:grpSpPr>
        <p:sp>
          <p:nvSpPr>
            <p:cNvPr id="287" name="Freeform 81"/>
            <p:cNvSpPr/>
            <p:nvPr/>
          </p:nvSpPr>
          <p:spPr>
            <a:xfrm>
              <a:off x="12644280" y="6185880"/>
              <a:ext cx="822600" cy="822600"/>
            </a:xfrm>
            <a:custGeom>
              <a:avLst/>
              <a:gdLst/>
              <a:ahLst/>
              <a:rect l="l" t="t" r="r" b="b"/>
              <a:pathLst>
                <a:path w="1097280" h="1097280">
                  <a:moveTo>
                    <a:pt x="0" y="548640"/>
                  </a:moveTo>
                  <a:cubicBezTo>
                    <a:pt x="0" y="245618"/>
                    <a:pt x="245618" y="0"/>
                    <a:pt x="548640" y="0"/>
                  </a:cubicBezTo>
                  <a:cubicBezTo>
                    <a:pt x="851662" y="0"/>
                    <a:pt x="1097280" y="245618"/>
                    <a:pt x="1097280" y="548640"/>
                  </a:cubicBezTo>
                  <a:cubicBezTo>
                    <a:pt x="1097280" y="851662"/>
                    <a:pt x="851662" y="1097280"/>
                    <a:pt x="548640" y="1097280"/>
                  </a:cubicBezTo>
                  <a:cubicBezTo>
                    <a:pt x="245618" y="1097280"/>
                    <a:pt x="0" y="851662"/>
                    <a:pt x="0" y="548640"/>
                  </a:cubicBezTo>
                  <a:close/>
                </a:path>
              </a:pathLst>
            </a:custGeom>
            <a:solidFill>
              <a:srgbClr val="06b6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88" name="Group 82"/>
          <p:cNvGrpSpPr/>
          <p:nvPr/>
        </p:nvGrpSpPr>
        <p:grpSpPr>
          <a:xfrm>
            <a:off x="12836520" y="6378120"/>
            <a:ext cx="438480" cy="438480"/>
            <a:chOff x="12836520" y="6378120"/>
            <a:chExt cx="438480" cy="438480"/>
          </a:xfrm>
        </p:grpSpPr>
        <p:sp>
          <p:nvSpPr>
            <p:cNvPr id="289" name="Freeform 83"/>
            <p:cNvSpPr/>
            <p:nvPr/>
          </p:nvSpPr>
          <p:spPr>
            <a:xfrm>
              <a:off x="12836520" y="63781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90" name="Group 84"/>
          <p:cNvGrpSpPr/>
          <p:nvPr/>
        </p:nvGrpSpPr>
        <p:grpSpPr>
          <a:xfrm>
            <a:off x="12644280" y="7165080"/>
            <a:ext cx="4504320" cy="611640"/>
            <a:chOff x="12644280" y="7165080"/>
            <a:chExt cx="4504320" cy="611640"/>
          </a:xfrm>
        </p:grpSpPr>
        <p:sp>
          <p:nvSpPr>
            <p:cNvPr id="291" name="Freeform 85"/>
            <p:cNvSpPr/>
            <p:nvPr/>
          </p:nvSpPr>
          <p:spPr>
            <a:xfrm>
              <a:off x="12644280" y="7201080"/>
              <a:ext cx="4504320" cy="575640"/>
            </a:xfrm>
            <a:custGeom>
              <a:avLst/>
              <a:gdLst/>
              <a:ahLst/>
              <a:rect l="l" t="t" r="r" b="b"/>
              <a:pathLst>
                <a:path w="6006388" h="768096">
                  <a:moveTo>
                    <a:pt x="0" y="0"/>
                  </a:moveTo>
                  <a:lnTo>
                    <a:pt x="6006388" y="0"/>
                  </a:lnTo>
                  <a:lnTo>
                    <a:pt x="600638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2" name="TextBox 86"/>
            <p:cNvSpPr/>
            <p:nvPr/>
          </p:nvSpPr>
          <p:spPr>
            <a:xfrm>
              <a:off x="12644280" y="7165080"/>
              <a:ext cx="4504320" cy="611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1" lang="en-US" sz="217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Lịch Âm Dương Việt Nam</a:t>
              </a:r>
              <a:endParaRPr b="0" lang="vi-VN" sz="2170" spc="-1" strike="noStrike">
                <a:latin typeface="Noto Sans CJK SC"/>
              </a:endParaRPr>
            </a:p>
          </p:txBody>
        </p:sp>
      </p:grpSp>
      <p:grpSp>
        <p:nvGrpSpPr>
          <p:cNvPr id="293" name="Group 87"/>
          <p:cNvGrpSpPr/>
          <p:nvPr/>
        </p:nvGrpSpPr>
        <p:grpSpPr>
          <a:xfrm>
            <a:off x="12644280" y="7705440"/>
            <a:ext cx="4504320" cy="963000"/>
            <a:chOff x="12644280" y="7705440"/>
            <a:chExt cx="4504320" cy="963000"/>
          </a:xfrm>
        </p:grpSpPr>
        <p:sp>
          <p:nvSpPr>
            <p:cNvPr id="294" name="Freeform 88"/>
            <p:cNvSpPr/>
            <p:nvPr/>
          </p:nvSpPr>
          <p:spPr>
            <a:xfrm>
              <a:off x="12644280" y="7777080"/>
              <a:ext cx="4504320" cy="891360"/>
            </a:xfrm>
            <a:custGeom>
              <a:avLst/>
              <a:gdLst/>
              <a:ahLst/>
              <a:rect l="l" t="t" r="r" b="b"/>
              <a:pathLst>
                <a:path w="6006388" h="1188720">
                  <a:moveTo>
                    <a:pt x="0" y="0"/>
                  </a:moveTo>
                  <a:lnTo>
                    <a:pt x="6006388" y="0"/>
                  </a:lnTo>
                  <a:lnTo>
                    <a:pt x="6006388" y="1188720"/>
                  </a:lnTo>
                  <a:lnTo>
                    <a:pt x="0" y="1188720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295" name="TextBox 89"/>
            <p:cNvSpPr/>
            <p:nvPr/>
          </p:nvSpPr>
          <p:spPr>
            <a:xfrm>
              <a:off x="12644280" y="7705440"/>
              <a:ext cx="4504320" cy="962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1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Chuyển đổi chính xác theo thuật toán thiên văn</a:t>
              </a:r>
              <a:endParaRPr b="0" lang="vi-VN" sz="1650" spc="-1" strike="noStrike">
                <a:latin typeface="Noto Sans CJK SC"/>
              </a:endParaRPr>
            </a:p>
          </p:txBody>
        </p:sp>
      </p:grpSp>
    </p:spTree>
  </p:cSld>
  <p:transition>
    <p:wipe dir="l"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96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297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298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299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00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301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2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02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303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304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5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Công nghệ sử dụng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306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307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08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309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310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11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5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312" name="Group 18"/>
          <p:cNvGrpSpPr/>
          <p:nvPr/>
        </p:nvGrpSpPr>
        <p:grpSpPr>
          <a:xfrm>
            <a:off x="744840" y="2390760"/>
            <a:ext cx="3884400" cy="6259320"/>
            <a:chOff x="744840" y="2390760"/>
            <a:chExt cx="3884400" cy="6259320"/>
          </a:xfrm>
        </p:grpSpPr>
        <p:sp>
          <p:nvSpPr>
            <p:cNvPr id="313" name="Freeform 19"/>
            <p:cNvSpPr/>
            <p:nvPr/>
          </p:nvSpPr>
          <p:spPr>
            <a:xfrm>
              <a:off x="744840" y="2390760"/>
              <a:ext cx="3884400" cy="6259320"/>
            </a:xfrm>
            <a:custGeom>
              <a:avLst/>
              <a:gdLst/>
              <a:ahLst/>
              <a:rect l="l" t="t" r="r" b="b"/>
              <a:pathLst>
                <a:path w="5179441" h="834644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922139" y="0"/>
                  </a:lnTo>
                  <a:cubicBezTo>
                    <a:pt x="5064252" y="0"/>
                    <a:pt x="5179441" y="115189"/>
                    <a:pt x="5179441" y="257302"/>
                  </a:cubicBezTo>
                  <a:lnTo>
                    <a:pt x="5179441" y="8089138"/>
                  </a:lnTo>
                  <a:cubicBezTo>
                    <a:pt x="5179441" y="8231251"/>
                    <a:pt x="5064252" y="8346440"/>
                    <a:pt x="4922139" y="8346440"/>
                  </a:cubicBezTo>
                  <a:lnTo>
                    <a:pt x="257302" y="8346440"/>
                  </a:lnTo>
                  <a:cubicBezTo>
                    <a:pt x="115189" y="8346440"/>
                    <a:pt x="0" y="8231251"/>
                    <a:pt x="0" y="8089138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14" name="Group 20"/>
          <p:cNvGrpSpPr/>
          <p:nvPr/>
        </p:nvGrpSpPr>
        <p:grpSpPr>
          <a:xfrm>
            <a:off x="2248200" y="2811960"/>
            <a:ext cx="877320" cy="877320"/>
            <a:chOff x="2248200" y="2811960"/>
            <a:chExt cx="877320" cy="877320"/>
          </a:xfrm>
        </p:grpSpPr>
        <p:sp>
          <p:nvSpPr>
            <p:cNvPr id="315" name="Freeform 21"/>
            <p:cNvSpPr/>
            <p:nvPr/>
          </p:nvSpPr>
          <p:spPr>
            <a:xfrm>
              <a:off x="2248200" y="2811960"/>
              <a:ext cx="877320" cy="877320"/>
            </a:xfrm>
            <a:custGeom>
              <a:avLst/>
              <a:gdLst/>
              <a:ah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4285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16" name="Group 22"/>
          <p:cNvGrpSpPr/>
          <p:nvPr/>
        </p:nvGrpSpPr>
        <p:grpSpPr>
          <a:xfrm>
            <a:off x="2454120" y="3017520"/>
            <a:ext cx="465840" cy="465840"/>
            <a:chOff x="2454120" y="3017520"/>
            <a:chExt cx="465840" cy="465840"/>
          </a:xfrm>
        </p:grpSpPr>
        <p:sp>
          <p:nvSpPr>
            <p:cNvPr id="317" name="Freeform 23"/>
            <p:cNvSpPr/>
            <p:nvPr/>
          </p:nvSpPr>
          <p:spPr>
            <a:xfrm>
              <a:off x="2454120" y="3017520"/>
              <a:ext cx="465840" cy="465840"/>
            </a:xfrm>
            <a:custGeom>
              <a:avLst/>
              <a:gdLst/>
              <a:ah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18" name="TextBox 24"/>
          <p:cNvSpPr/>
          <p:nvPr/>
        </p:nvSpPr>
        <p:spPr>
          <a:xfrm>
            <a:off x="1051560" y="3906000"/>
            <a:ext cx="32709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algn="ctr">
              <a:lnSpc>
                <a:spcPts val="2880"/>
              </a:lnSpc>
              <a:buNone/>
            </a:pPr>
            <a:r>
              <a:rPr b="1" lang="en-US" sz="2020" spc="-1" strike="noStrike">
                <a:solidFill>
                  <a:srgbClr val="1e1e2e"/>
                </a:solidFill>
                <a:latin typeface="Calibri (MS) Bold"/>
                <a:ea typeface="Calibri (MS) Bold"/>
              </a:rPr>
              <a:t>Ngôn ngữ &amp; Giao diện</a:t>
            </a:r>
            <a:endParaRPr b="0" lang="vi-VN" sz="2020" spc="-1" strike="noStrike">
              <a:latin typeface="Noto Sans CJK SC"/>
            </a:endParaRPr>
          </a:p>
        </p:txBody>
      </p:sp>
      <p:grpSp>
        <p:nvGrpSpPr>
          <p:cNvPr id="319" name="Group 25"/>
          <p:cNvGrpSpPr/>
          <p:nvPr/>
        </p:nvGrpSpPr>
        <p:grpSpPr>
          <a:xfrm>
            <a:off x="993960" y="4930560"/>
            <a:ext cx="3385800" cy="590040"/>
            <a:chOff x="993960" y="4930560"/>
            <a:chExt cx="3385800" cy="590040"/>
          </a:xfrm>
        </p:grpSpPr>
        <p:sp>
          <p:nvSpPr>
            <p:cNvPr id="320" name="Freeform 26"/>
            <p:cNvSpPr/>
            <p:nvPr/>
          </p:nvSpPr>
          <p:spPr>
            <a:xfrm>
              <a:off x="993960" y="493056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21" name="Group 27"/>
          <p:cNvGrpSpPr/>
          <p:nvPr/>
        </p:nvGrpSpPr>
        <p:grpSpPr>
          <a:xfrm>
            <a:off x="1001160" y="4923360"/>
            <a:ext cx="3371400" cy="590040"/>
            <a:chOff x="1001160" y="4923360"/>
            <a:chExt cx="3371400" cy="590040"/>
          </a:xfrm>
        </p:grpSpPr>
        <p:sp>
          <p:nvSpPr>
            <p:cNvPr id="322" name="Freeform 28"/>
            <p:cNvSpPr/>
            <p:nvPr/>
          </p:nvSpPr>
          <p:spPr>
            <a:xfrm>
              <a:off x="1001160" y="493776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3" name="TextBox 29"/>
            <p:cNvSpPr/>
            <p:nvPr/>
          </p:nvSpPr>
          <p:spPr>
            <a:xfrm>
              <a:off x="1001160" y="492336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Kotlin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24" name="Group 30"/>
          <p:cNvGrpSpPr/>
          <p:nvPr/>
        </p:nvGrpSpPr>
        <p:grpSpPr>
          <a:xfrm>
            <a:off x="993960" y="5643720"/>
            <a:ext cx="3385800" cy="590040"/>
            <a:chOff x="993960" y="5643720"/>
            <a:chExt cx="3385800" cy="590040"/>
          </a:xfrm>
        </p:grpSpPr>
        <p:sp>
          <p:nvSpPr>
            <p:cNvPr id="325" name="Freeform 31"/>
            <p:cNvSpPr/>
            <p:nvPr/>
          </p:nvSpPr>
          <p:spPr>
            <a:xfrm>
              <a:off x="993960" y="564372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26" name="Group 32"/>
          <p:cNvGrpSpPr/>
          <p:nvPr/>
        </p:nvGrpSpPr>
        <p:grpSpPr>
          <a:xfrm>
            <a:off x="1001160" y="5636880"/>
            <a:ext cx="3371400" cy="590040"/>
            <a:chOff x="1001160" y="5636880"/>
            <a:chExt cx="3371400" cy="590040"/>
          </a:xfrm>
        </p:grpSpPr>
        <p:sp>
          <p:nvSpPr>
            <p:cNvPr id="327" name="Freeform 33"/>
            <p:cNvSpPr/>
            <p:nvPr/>
          </p:nvSpPr>
          <p:spPr>
            <a:xfrm>
              <a:off x="1001160" y="565092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28" name="TextBox 34"/>
            <p:cNvSpPr/>
            <p:nvPr/>
          </p:nvSpPr>
          <p:spPr>
            <a:xfrm>
              <a:off x="1001160" y="563688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Jetpack Compose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29" name="Group 35"/>
          <p:cNvGrpSpPr/>
          <p:nvPr/>
        </p:nvGrpSpPr>
        <p:grpSpPr>
          <a:xfrm>
            <a:off x="993960" y="6357240"/>
            <a:ext cx="3385800" cy="590040"/>
            <a:chOff x="993960" y="6357240"/>
            <a:chExt cx="3385800" cy="590040"/>
          </a:xfrm>
        </p:grpSpPr>
        <p:sp>
          <p:nvSpPr>
            <p:cNvPr id="330" name="Freeform 36"/>
            <p:cNvSpPr/>
            <p:nvPr/>
          </p:nvSpPr>
          <p:spPr>
            <a:xfrm>
              <a:off x="993960" y="635724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31" name="Group 37"/>
          <p:cNvGrpSpPr/>
          <p:nvPr/>
        </p:nvGrpSpPr>
        <p:grpSpPr>
          <a:xfrm>
            <a:off x="1001160" y="6350040"/>
            <a:ext cx="3371400" cy="590040"/>
            <a:chOff x="1001160" y="6350040"/>
            <a:chExt cx="3371400" cy="590040"/>
          </a:xfrm>
        </p:grpSpPr>
        <p:sp>
          <p:nvSpPr>
            <p:cNvPr id="332" name="Freeform 38"/>
            <p:cNvSpPr/>
            <p:nvPr/>
          </p:nvSpPr>
          <p:spPr>
            <a:xfrm>
              <a:off x="1001160" y="636408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3" name="TextBox 39"/>
            <p:cNvSpPr/>
            <p:nvPr/>
          </p:nvSpPr>
          <p:spPr>
            <a:xfrm>
              <a:off x="1001160" y="635004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Material 3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34" name="Group 40"/>
          <p:cNvGrpSpPr/>
          <p:nvPr/>
        </p:nvGrpSpPr>
        <p:grpSpPr>
          <a:xfrm>
            <a:off x="993960" y="7070400"/>
            <a:ext cx="3385800" cy="590040"/>
            <a:chOff x="993960" y="7070400"/>
            <a:chExt cx="3385800" cy="590040"/>
          </a:xfrm>
        </p:grpSpPr>
        <p:sp>
          <p:nvSpPr>
            <p:cNvPr id="335" name="Freeform 41"/>
            <p:cNvSpPr/>
            <p:nvPr/>
          </p:nvSpPr>
          <p:spPr>
            <a:xfrm>
              <a:off x="993960" y="707040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36" name="Group 42"/>
          <p:cNvGrpSpPr/>
          <p:nvPr/>
        </p:nvGrpSpPr>
        <p:grpSpPr>
          <a:xfrm>
            <a:off x="1001160" y="7063200"/>
            <a:ext cx="3371400" cy="590040"/>
            <a:chOff x="1001160" y="7063200"/>
            <a:chExt cx="3371400" cy="590040"/>
          </a:xfrm>
        </p:grpSpPr>
        <p:sp>
          <p:nvSpPr>
            <p:cNvPr id="337" name="Freeform 43"/>
            <p:cNvSpPr/>
            <p:nvPr/>
          </p:nvSpPr>
          <p:spPr>
            <a:xfrm>
              <a:off x="1001160" y="707760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38" name="TextBox 44"/>
            <p:cNvSpPr/>
            <p:nvPr/>
          </p:nvSpPr>
          <p:spPr>
            <a:xfrm>
              <a:off x="1001160" y="706320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Navigation Compose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39" name="Group 45"/>
          <p:cNvGrpSpPr/>
          <p:nvPr/>
        </p:nvGrpSpPr>
        <p:grpSpPr>
          <a:xfrm>
            <a:off x="5049360" y="2390760"/>
            <a:ext cx="3884400" cy="6259320"/>
            <a:chOff x="5049360" y="2390760"/>
            <a:chExt cx="3884400" cy="6259320"/>
          </a:xfrm>
        </p:grpSpPr>
        <p:sp>
          <p:nvSpPr>
            <p:cNvPr id="340" name="Freeform 46"/>
            <p:cNvSpPr/>
            <p:nvPr/>
          </p:nvSpPr>
          <p:spPr>
            <a:xfrm>
              <a:off x="5049360" y="2390760"/>
              <a:ext cx="3884400" cy="6259320"/>
            </a:xfrm>
            <a:custGeom>
              <a:avLst/>
              <a:gdLst/>
              <a:ahLst/>
              <a:rect l="l" t="t" r="r" b="b"/>
              <a:pathLst>
                <a:path w="5179441" h="834644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922139" y="0"/>
                  </a:lnTo>
                  <a:cubicBezTo>
                    <a:pt x="5064252" y="0"/>
                    <a:pt x="5179441" y="115189"/>
                    <a:pt x="5179441" y="257302"/>
                  </a:cubicBezTo>
                  <a:lnTo>
                    <a:pt x="5179441" y="8089138"/>
                  </a:lnTo>
                  <a:cubicBezTo>
                    <a:pt x="5179441" y="8231251"/>
                    <a:pt x="5064252" y="8346440"/>
                    <a:pt x="4922139" y="8346440"/>
                  </a:cubicBezTo>
                  <a:lnTo>
                    <a:pt x="257302" y="8346440"/>
                  </a:lnTo>
                  <a:cubicBezTo>
                    <a:pt x="115189" y="8346440"/>
                    <a:pt x="0" y="8231251"/>
                    <a:pt x="0" y="8089138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41" name="Group 47"/>
          <p:cNvGrpSpPr/>
          <p:nvPr/>
        </p:nvGrpSpPr>
        <p:grpSpPr>
          <a:xfrm>
            <a:off x="6552720" y="2811960"/>
            <a:ext cx="877320" cy="877320"/>
            <a:chOff x="6552720" y="2811960"/>
            <a:chExt cx="877320" cy="877320"/>
          </a:xfrm>
        </p:grpSpPr>
        <p:sp>
          <p:nvSpPr>
            <p:cNvPr id="342" name="Freeform 48"/>
            <p:cNvSpPr/>
            <p:nvPr/>
          </p:nvSpPr>
          <p:spPr>
            <a:xfrm>
              <a:off x="6552720" y="2811960"/>
              <a:ext cx="877320" cy="877320"/>
            </a:xfrm>
            <a:custGeom>
              <a:avLst/>
              <a:gdLst/>
              <a:ah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34a85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43" name="Group 49"/>
          <p:cNvGrpSpPr/>
          <p:nvPr/>
        </p:nvGrpSpPr>
        <p:grpSpPr>
          <a:xfrm>
            <a:off x="6758280" y="3017520"/>
            <a:ext cx="465840" cy="465840"/>
            <a:chOff x="6758280" y="3017520"/>
            <a:chExt cx="465840" cy="465840"/>
          </a:xfrm>
        </p:grpSpPr>
        <p:sp>
          <p:nvSpPr>
            <p:cNvPr id="344" name="Freeform 50"/>
            <p:cNvSpPr/>
            <p:nvPr/>
          </p:nvSpPr>
          <p:spPr>
            <a:xfrm>
              <a:off x="6758280" y="3017520"/>
              <a:ext cx="465840" cy="465840"/>
            </a:xfrm>
            <a:custGeom>
              <a:avLst/>
              <a:gdLst/>
              <a:ah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45" name="TextBox 51"/>
          <p:cNvSpPr/>
          <p:nvPr/>
        </p:nvSpPr>
        <p:spPr>
          <a:xfrm>
            <a:off x="5356080" y="3906000"/>
            <a:ext cx="32709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algn="ctr">
              <a:lnSpc>
                <a:spcPts val="2880"/>
              </a:lnSpc>
              <a:buNone/>
            </a:pPr>
            <a:r>
              <a:rPr b="1" lang="en-US" sz="2020" spc="-1" strike="noStrike">
                <a:solidFill>
                  <a:srgbClr val="1e1e2e"/>
                </a:solidFill>
                <a:latin typeface="Calibri (MS) Bold"/>
                <a:ea typeface="Calibri (MS) Bold"/>
              </a:rPr>
              <a:t>Xử lý bất đồng bộ</a:t>
            </a:r>
            <a:endParaRPr b="0" lang="vi-VN" sz="2020" spc="-1" strike="noStrike">
              <a:latin typeface="Noto Sans CJK SC"/>
            </a:endParaRPr>
          </a:p>
        </p:txBody>
      </p:sp>
      <p:grpSp>
        <p:nvGrpSpPr>
          <p:cNvPr id="346" name="Group 52"/>
          <p:cNvGrpSpPr/>
          <p:nvPr/>
        </p:nvGrpSpPr>
        <p:grpSpPr>
          <a:xfrm>
            <a:off x="5298480" y="4930560"/>
            <a:ext cx="3385800" cy="590040"/>
            <a:chOff x="5298480" y="4930560"/>
            <a:chExt cx="3385800" cy="590040"/>
          </a:xfrm>
        </p:grpSpPr>
        <p:sp>
          <p:nvSpPr>
            <p:cNvPr id="347" name="Freeform 53"/>
            <p:cNvSpPr/>
            <p:nvPr/>
          </p:nvSpPr>
          <p:spPr>
            <a:xfrm>
              <a:off x="5298480" y="493056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48" name="Group 54"/>
          <p:cNvGrpSpPr/>
          <p:nvPr/>
        </p:nvGrpSpPr>
        <p:grpSpPr>
          <a:xfrm>
            <a:off x="5305680" y="4923360"/>
            <a:ext cx="3371400" cy="590040"/>
            <a:chOff x="5305680" y="4923360"/>
            <a:chExt cx="3371400" cy="590040"/>
          </a:xfrm>
        </p:grpSpPr>
        <p:sp>
          <p:nvSpPr>
            <p:cNvPr id="349" name="Freeform 55"/>
            <p:cNvSpPr/>
            <p:nvPr/>
          </p:nvSpPr>
          <p:spPr>
            <a:xfrm>
              <a:off x="5305680" y="493776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0" name="TextBox 56"/>
            <p:cNvSpPr/>
            <p:nvPr/>
          </p:nvSpPr>
          <p:spPr>
            <a:xfrm>
              <a:off x="5305680" y="492336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Kotlin Coroutines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51" name="Group 57"/>
          <p:cNvGrpSpPr/>
          <p:nvPr/>
        </p:nvGrpSpPr>
        <p:grpSpPr>
          <a:xfrm>
            <a:off x="5298480" y="5643720"/>
            <a:ext cx="3385800" cy="590040"/>
            <a:chOff x="5298480" y="5643720"/>
            <a:chExt cx="3385800" cy="590040"/>
          </a:xfrm>
        </p:grpSpPr>
        <p:sp>
          <p:nvSpPr>
            <p:cNvPr id="352" name="Freeform 58"/>
            <p:cNvSpPr/>
            <p:nvPr/>
          </p:nvSpPr>
          <p:spPr>
            <a:xfrm>
              <a:off x="5298480" y="564372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3" name="Group 59"/>
          <p:cNvGrpSpPr/>
          <p:nvPr/>
        </p:nvGrpSpPr>
        <p:grpSpPr>
          <a:xfrm>
            <a:off x="5305680" y="5636880"/>
            <a:ext cx="3371400" cy="590040"/>
            <a:chOff x="5305680" y="5636880"/>
            <a:chExt cx="3371400" cy="590040"/>
          </a:xfrm>
        </p:grpSpPr>
        <p:sp>
          <p:nvSpPr>
            <p:cNvPr id="354" name="Freeform 60"/>
            <p:cNvSpPr/>
            <p:nvPr/>
          </p:nvSpPr>
          <p:spPr>
            <a:xfrm>
              <a:off x="5305680" y="565092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55" name="TextBox 61"/>
            <p:cNvSpPr/>
            <p:nvPr/>
          </p:nvSpPr>
          <p:spPr>
            <a:xfrm>
              <a:off x="5305680" y="563688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Flow / StateFlow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56" name="Group 62"/>
          <p:cNvGrpSpPr/>
          <p:nvPr/>
        </p:nvGrpSpPr>
        <p:grpSpPr>
          <a:xfrm>
            <a:off x="9353880" y="2390760"/>
            <a:ext cx="3884400" cy="6259320"/>
            <a:chOff x="9353880" y="2390760"/>
            <a:chExt cx="3884400" cy="6259320"/>
          </a:xfrm>
        </p:grpSpPr>
        <p:sp>
          <p:nvSpPr>
            <p:cNvPr id="357" name="Freeform 63"/>
            <p:cNvSpPr/>
            <p:nvPr/>
          </p:nvSpPr>
          <p:spPr>
            <a:xfrm>
              <a:off x="9353880" y="2390760"/>
              <a:ext cx="3884400" cy="6259320"/>
            </a:xfrm>
            <a:custGeom>
              <a:avLst/>
              <a:gdLst/>
              <a:ahLst/>
              <a:rect l="l" t="t" r="r" b="b"/>
              <a:pathLst>
                <a:path w="5179441" h="834644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922139" y="0"/>
                  </a:lnTo>
                  <a:cubicBezTo>
                    <a:pt x="5064252" y="0"/>
                    <a:pt x="5179441" y="115189"/>
                    <a:pt x="5179441" y="257302"/>
                  </a:cubicBezTo>
                  <a:lnTo>
                    <a:pt x="5179441" y="8089138"/>
                  </a:lnTo>
                  <a:cubicBezTo>
                    <a:pt x="5179441" y="8231251"/>
                    <a:pt x="5064252" y="8346440"/>
                    <a:pt x="4922139" y="8346440"/>
                  </a:cubicBezTo>
                  <a:lnTo>
                    <a:pt x="257302" y="8346440"/>
                  </a:lnTo>
                  <a:cubicBezTo>
                    <a:pt x="115189" y="8346440"/>
                    <a:pt x="0" y="8231251"/>
                    <a:pt x="0" y="8089138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58" name="Group 64"/>
          <p:cNvGrpSpPr/>
          <p:nvPr/>
        </p:nvGrpSpPr>
        <p:grpSpPr>
          <a:xfrm>
            <a:off x="10857240" y="2811960"/>
            <a:ext cx="877320" cy="877320"/>
            <a:chOff x="10857240" y="2811960"/>
            <a:chExt cx="877320" cy="877320"/>
          </a:xfrm>
        </p:grpSpPr>
        <p:sp>
          <p:nvSpPr>
            <p:cNvPr id="359" name="Freeform 65"/>
            <p:cNvSpPr/>
            <p:nvPr/>
          </p:nvSpPr>
          <p:spPr>
            <a:xfrm>
              <a:off x="10857240" y="2811960"/>
              <a:ext cx="877320" cy="877320"/>
            </a:xfrm>
            <a:custGeom>
              <a:avLst/>
              <a:gdLst/>
              <a:ah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60" name="Group 66"/>
          <p:cNvGrpSpPr/>
          <p:nvPr/>
        </p:nvGrpSpPr>
        <p:grpSpPr>
          <a:xfrm>
            <a:off x="11062800" y="3017520"/>
            <a:ext cx="465840" cy="465840"/>
            <a:chOff x="11062800" y="3017520"/>
            <a:chExt cx="465840" cy="465840"/>
          </a:xfrm>
        </p:grpSpPr>
        <p:sp>
          <p:nvSpPr>
            <p:cNvPr id="361" name="Freeform 67"/>
            <p:cNvSpPr/>
            <p:nvPr/>
          </p:nvSpPr>
          <p:spPr>
            <a:xfrm>
              <a:off x="11062800" y="3017520"/>
              <a:ext cx="465840" cy="465840"/>
            </a:xfrm>
            <a:custGeom>
              <a:avLst/>
              <a:gdLst/>
              <a:ah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62" name="TextBox 68"/>
          <p:cNvSpPr/>
          <p:nvPr/>
        </p:nvSpPr>
        <p:spPr>
          <a:xfrm>
            <a:off x="9660240" y="3906000"/>
            <a:ext cx="32709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algn="ctr">
              <a:lnSpc>
                <a:spcPts val="2880"/>
              </a:lnSpc>
              <a:buNone/>
            </a:pPr>
            <a:r>
              <a:rPr b="1" lang="en-US" sz="2020" spc="-1" strike="noStrike">
                <a:solidFill>
                  <a:srgbClr val="1e1e2e"/>
                </a:solidFill>
                <a:latin typeface="Calibri (MS) Bold"/>
                <a:ea typeface="Calibri (MS) Bold"/>
              </a:rPr>
              <a:t>Lưu trữ dữ liệu</a:t>
            </a:r>
            <a:endParaRPr b="0" lang="vi-VN" sz="2020" spc="-1" strike="noStrike">
              <a:latin typeface="Noto Sans CJK SC"/>
            </a:endParaRPr>
          </a:p>
        </p:txBody>
      </p:sp>
      <p:grpSp>
        <p:nvGrpSpPr>
          <p:cNvPr id="363" name="Group 69"/>
          <p:cNvGrpSpPr/>
          <p:nvPr/>
        </p:nvGrpSpPr>
        <p:grpSpPr>
          <a:xfrm>
            <a:off x="9603000" y="4930560"/>
            <a:ext cx="3385800" cy="590040"/>
            <a:chOff x="9603000" y="4930560"/>
            <a:chExt cx="3385800" cy="590040"/>
          </a:xfrm>
        </p:grpSpPr>
        <p:sp>
          <p:nvSpPr>
            <p:cNvPr id="364" name="Freeform 70"/>
            <p:cNvSpPr/>
            <p:nvPr/>
          </p:nvSpPr>
          <p:spPr>
            <a:xfrm>
              <a:off x="9603000" y="493056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65" name="Group 71"/>
          <p:cNvGrpSpPr/>
          <p:nvPr/>
        </p:nvGrpSpPr>
        <p:grpSpPr>
          <a:xfrm>
            <a:off x="9610200" y="4923360"/>
            <a:ext cx="3371400" cy="590040"/>
            <a:chOff x="9610200" y="4923360"/>
            <a:chExt cx="3371400" cy="590040"/>
          </a:xfrm>
        </p:grpSpPr>
        <p:sp>
          <p:nvSpPr>
            <p:cNvPr id="366" name="Freeform 72"/>
            <p:cNvSpPr/>
            <p:nvPr/>
          </p:nvSpPr>
          <p:spPr>
            <a:xfrm>
              <a:off x="9610200" y="493776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67" name="TextBox 73"/>
            <p:cNvSpPr/>
            <p:nvPr/>
          </p:nvSpPr>
          <p:spPr>
            <a:xfrm>
              <a:off x="9610200" y="492336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Room Database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68" name="Group 74"/>
          <p:cNvGrpSpPr/>
          <p:nvPr/>
        </p:nvGrpSpPr>
        <p:grpSpPr>
          <a:xfrm>
            <a:off x="9603000" y="5643720"/>
            <a:ext cx="3385800" cy="590040"/>
            <a:chOff x="9603000" y="5643720"/>
            <a:chExt cx="3385800" cy="590040"/>
          </a:xfrm>
        </p:grpSpPr>
        <p:sp>
          <p:nvSpPr>
            <p:cNvPr id="369" name="Freeform 75"/>
            <p:cNvSpPr/>
            <p:nvPr/>
          </p:nvSpPr>
          <p:spPr>
            <a:xfrm>
              <a:off x="9603000" y="564372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70" name="Group 76"/>
          <p:cNvGrpSpPr/>
          <p:nvPr/>
        </p:nvGrpSpPr>
        <p:grpSpPr>
          <a:xfrm>
            <a:off x="9610200" y="5636880"/>
            <a:ext cx="3371400" cy="590040"/>
            <a:chOff x="9610200" y="5636880"/>
            <a:chExt cx="3371400" cy="590040"/>
          </a:xfrm>
        </p:grpSpPr>
        <p:sp>
          <p:nvSpPr>
            <p:cNvPr id="371" name="Freeform 77"/>
            <p:cNvSpPr/>
            <p:nvPr/>
          </p:nvSpPr>
          <p:spPr>
            <a:xfrm>
              <a:off x="9610200" y="565092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2" name="TextBox 78"/>
            <p:cNvSpPr/>
            <p:nvPr/>
          </p:nvSpPr>
          <p:spPr>
            <a:xfrm>
              <a:off x="9610200" y="563688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KSP Annotation Proc.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73" name="Group 79"/>
          <p:cNvGrpSpPr/>
          <p:nvPr/>
        </p:nvGrpSpPr>
        <p:grpSpPr>
          <a:xfrm>
            <a:off x="9603000" y="6357240"/>
            <a:ext cx="3385800" cy="590040"/>
            <a:chOff x="9603000" y="6357240"/>
            <a:chExt cx="3385800" cy="590040"/>
          </a:xfrm>
        </p:grpSpPr>
        <p:sp>
          <p:nvSpPr>
            <p:cNvPr id="374" name="Freeform 80"/>
            <p:cNvSpPr/>
            <p:nvPr/>
          </p:nvSpPr>
          <p:spPr>
            <a:xfrm>
              <a:off x="9603000" y="635724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75" name="Group 81"/>
          <p:cNvGrpSpPr/>
          <p:nvPr/>
        </p:nvGrpSpPr>
        <p:grpSpPr>
          <a:xfrm>
            <a:off x="9610200" y="6350040"/>
            <a:ext cx="3371400" cy="590040"/>
            <a:chOff x="9610200" y="6350040"/>
            <a:chExt cx="3371400" cy="590040"/>
          </a:xfrm>
        </p:grpSpPr>
        <p:sp>
          <p:nvSpPr>
            <p:cNvPr id="376" name="Freeform 82"/>
            <p:cNvSpPr/>
            <p:nvPr/>
          </p:nvSpPr>
          <p:spPr>
            <a:xfrm>
              <a:off x="9610200" y="636408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77" name="TextBox 83"/>
            <p:cNvSpPr/>
            <p:nvPr/>
          </p:nvSpPr>
          <p:spPr>
            <a:xfrm>
              <a:off x="9610200" y="635004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6 bảng dữ liệu cục bộ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78" name="Group 84"/>
          <p:cNvGrpSpPr/>
          <p:nvPr/>
        </p:nvGrpSpPr>
        <p:grpSpPr>
          <a:xfrm>
            <a:off x="13658040" y="2390760"/>
            <a:ext cx="3884400" cy="6259320"/>
            <a:chOff x="13658040" y="2390760"/>
            <a:chExt cx="3884400" cy="6259320"/>
          </a:xfrm>
        </p:grpSpPr>
        <p:sp>
          <p:nvSpPr>
            <p:cNvPr id="379" name="Freeform 85"/>
            <p:cNvSpPr/>
            <p:nvPr/>
          </p:nvSpPr>
          <p:spPr>
            <a:xfrm>
              <a:off x="13658040" y="2390760"/>
              <a:ext cx="3884400" cy="6259320"/>
            </a:xfrm>
            <a:custGeom>
              <a:avLst/>
              <a:gdLst/>
              <a:ahLst/>
              <a:rect l="l" t="t" r="r" b="b"/>
              <a:pathLst>
                <a:path w="5179441" h="8346440">
                  <a:moveTo>
                    <a:pt x="0" y="257302"/>
                  </a:moveTo>
                  <a:cubicBezTo>
                    <a:pt x="0" y="115189"/>
                    <a:pt x="115189" y="0"/>
                    <a:pt x="257302" y="0"/>
                  </a:cubicBezTo>
                  <a:lnTo>
                    <a:pt x="4922139" y="0"/>
                  </a:lnTo>
                  <a:cubicBezTo>
                    <a:pt x="5064252" y="0"/>
                    <a:pt x="5179441" y="115189"/>
                    <a:pt x="5179441" y="257302"/>
                  </a:cubicBezTo>
                  <a:lnTo>
                    <a:pt x="5179441" y="8089138"/>
                  </a:lnTo>
                  <a:cubicBezTo>
                    <a:pt x="5179441" y="8231251"/>
                    <a:pt x="5064252" y="8346440"/>
                    <a:pt x="4922139" y="8346440"/>
                  </a:cubicBezTo>
                  <a:lnTo>
                    <a:pt x="257302" y="8346440"/>
                  </a:lnTo>
                  <a:cubicBezTo>
                    <a:pt x="115189" y="8346440"/>
                    <a:pt x="0" y="8231251"/>
                    <a:pt x="0" y="8089138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80" name="Group 86"/>
          <p:cNvGrpSpPr/>
          <p:nvPr/>
        </p:nvGrpSpPr>
        <p:grpSpPr>
          <a:xfrm>
            <a:off x="15161400" y="2811960"/>
            <a:ext cx="877320" cy="877320"/>
            <a:chOff x="15161400" y="2811960"/>
            <a:chExt cx="877320" cy="877320"/>
          </a:xfrm>
        </p:grpSpPr>
        <p:sp>
          <p:nvSpPr>
            <p:cNvPr id="381" name="Freeform 87"/>
            <p:cNvSpPr/>
            <p:nvPr/>
          </p:nvSpPr>
          <p:spPr>
            <a:xfrm>
              <a:off x="15161400" y="2811960"/>
              <a:ext cx="877320" cy="877320"/>
            </a:xfrm>
            <a:custGeom>
              <a:avLst/>
              <a:gdLst/>
              <a:ahLst/>
              <a:rect l="l" t="t" r="r" b="b"/>
              <a:pathLst>
                <a:path w="1170432" h="1170432">
                  <a:moveTo>
                    <a:pt x="0" y="585216"/>
                  </a:moveTo>
                  <a:cubicBezTo>
                    <a:pt x="0" y="262001"/>
                    <a:pt x="262001" y="0"/>
                    <a:pt x="585216" y="0"/>
                  </a:cubicBezTo>
                  <a:cubicBezTo>
                    <a:pt x="908431" y="0"/>
                    <a:pt x="1170432" y="262001"/>
                    <a:pt x="1170432" y="585216"/>
                  </a:cubicBezTo>
                  <a:cubicBezTo>
                    <a:pt x="1170432" y="908431"/>
                    <a:pt x="908431" y="1170432"/>
                    <a:pt x="585216" y="1170432"/>
                  </a:cubicBezTo>
                  <a:cubicBezTo>
                    <a:pt x="262001" y="1170432"/>
                    <a:pt x="0" y="908431"/>
                    <a:pt x="0" y="585216"/>
                  </a:cubicBezTo>
                  <a:close/>
                </a:path>
              </a:pathLst>
            </a:custGeom>
            <a:solidFill>
              <a:srgbClr val="06b6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82" name="Group 88"/>
          <p:cNvGrpSpPr/>
          <p:nvPr/>
        </p:nvGrpSpPr>
        <p:grpSpPr>
          <a:xfrm>
            <a:off x="15367320" y="3017520"/>
            <a:ext cx="465840" cy="465840"/>
            <a:chOff x="15367320" y="3017520"/>
            <a:chExt cx="465840" cy="465840"/>
          </a:xfrm>
        </p:grpSpPr>
        <p:sp>
          <p:nvSpPr>
            <p:cNvPr id="383" name="Freeform 89"/>
            <p:cNvSpPr/>
            <p:nvPr/>
          </p:nvSpPr>
          <p:spPr>
            <a:xfrm>
              <a:off x="15367320" y="3017520"/>
              <a:ext cx="465840" cy="465840"/>
            </a:xfrm>
            <a:custGeom>
              <a:avLst/>
              <a:gdLst/>
              <a:ahLst/>
              <a:rect l="l" t="t" r="r" b="b"/>
              <a:pathLst>
                <a:path w="621792" h="621792">
                  <a:moveTo>
                    <a:pt x="0" y="0"/>
                  </a:moveTo>
                  <a:lnTo>
                    <a:pt x="621792" y="0"/>
                  </a:lnTo>
                  <a:lnTo>
                    <a:pt x="621792" y="621792"/>
                  </a:lnTo>
                  <a:lnTo>
                    <a:pt x="0" y="62179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384" name="TextBox 90"/>
          <p:cNvSpPr/>
          <p:nvPr/>
        </p:nvSpPr>
        <p:spPr>
          <a:xfrm>
            <a:off x="13964760" y="3906000"/>
            <a:ext cx="327096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algn="ctr">
              <a:lnSpc>
                <a:spcPts val="2880"/>
              </a:lnSpc>
              <a:buNone/>
            </a:pPr>
            <a:r>
              <a:rPr b="1" lang="en-US" sz="2020" spc="-1" strike="noStrike">
                <a:solidFill>
                  <a:srgbClr val="1e1e2e"/>
                </a:solidFill>
                <a:latin typeface="Calibri (MS) Bold"/>
                <a:ea typeface="Calibri (MS) Bold"/>
              </a:rPr>
              <a:t>Kết nối mạng &amp; AI</a:t>
            </a:r>
            <a:endParaRPr b="0" lang="vi-VN" sz="2020" spc="-1" strike="noStrike">
              <a:latin typeface="Noto Sans CJK SC"/>
            </a:endParaRPr>
          </a:p>
        </p:txBody>
      </p:sp>
      <p:grpSp>
        <p:nvGrpSpPr>
          <p:cNvPr id="385" name="Group 91"/>
          <p:cNvGrpSpPr/>
          <p:nvPr/>
        </p:nvGrpSpPr>
        <p:grpSpPr>
          <a:xfrm>
            <a:off x="13907520" y="4930560"/>
            <a:ext cx="3385800" cy="590040"/>
            <a:chOff x="13907520" y="4930560"/>
            <a:chExt cx="3385800" cy="590040"/>
          </a:xfrm>
        </p:grpSpPr>
        <p:sp>
          <p:nvSpPr>
            <p:cNvPr id="386" name="Freeform 92"/>
            <p:cNvSpPr/>
            <p:nvPr/>
          </p:nvSpPr>
          <p:spPr>
            <a:xfrm>
              <a:off x="13907520" y="493056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87" name="Group 93"/>
          <p:cNvGrpSpPr/>
          <p:nvPr/>
        </p:nvGrpSpPr>
        <p:grpSpPr>
          <a:xfrm>
            <a:off x="13914360" y="4923360"/>
            <a:ext cx="3371400" cy="590040"/>
            <a:chOff x="13914360" y="4923360"/>
            <a:chExt cx="3371400" cy="590040"/>
          </a:xfrm>
        </p:grpSpPr>
        <p:sp>
          <p:nvSpPr>
            <p:cNvPr id="388" name="Freeform 94"/>
            <p:cNvSpPr/>
            <p:nvPr/>
          </p:nvSpPr>
          <p:spPr>
            <a:xfrm>
              <a:off x="13914360" y="493776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89" name="TextBox 95"/>
            <p:cNvSpPr/>
            <p:nvPr/>
          </p:nvSpPr>
          <p:spPr>
            <a:xfrm>
              <a:off x="13914360" y="492336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Retrofit2 + OkHttp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90" name="Group 96"/>
          <p:cNvGrpSpPr/>
          <p:nvPr/>
        </p:nvGrpSpPr>
        <p:grpSpPr>
          <a:xfrm>
            <a:off x="13907520" y="5643720"/>
            <a:ext cx="3385800" cy="590040"/>
            <a:chOff x="13907520" y="5643720"/>
            <a:chExt cx="3385800" cy="590040"/>
          </a:xfrm>
        </p:grpSpPr>
        <p:sp>
          <p:nvSpPr>
            <p:cNvPr id="391" name="Freeform 97"/>
            <p:cNvSpPr/>
            <p:nvPr/>
          </p:nvSpPr>
          <p:spPr>
            <a:xfrm>
              <a:off x="13907520" y="564372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92" name="Group 98"/>
          <p:cNvGrpSpPr/>
          <p:nvPr/>
        </p:nvGrpSpPr>
        <p:grpSpPr>
          <a:xfrm>
            <a:off x="13914360" y="5636880"/>
            <a:ext cx="3371400" cy="590040"/>
            <a:chOff x="13914360" y="5636880"/>
            <a:chExt cx="3371400" cy="590040"/>
          </a:xfrm>
        </p:grpSpPr>
        <p:sp>
          <p:nvSpPr>
            <p:cNvPr id="393" name="Freeform 99"/>
            <p:cNvSpPr/>
            <p:nvPr/>
          </p:nvSpPr>
          <p:spPr>
            <a:xfrm>
              <a:off x="13914360" y="565092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4" name="TextBox 100"/>
            <p:cNvSpPr/>
            <p:nvPr/>
          </p:nvSpPr>
          <p:spPr>
            <a:xfrm>
              <a:off x="13914360" y="563688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Moshi (JSON)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395" name="Group 101"/>
          <p:cNvGrpSpPr/>
          <p:nvPr/>
        </p:nvGrpSpPr>
        <p:grpSpPr>
          <a:xfrm>
            <a:off x="13907520" y="6357240"/>
            <a:ext cx="3385800" cy="590040"/>
            <a:chOff x="13907520" y="6357240"/>
            <a:chExt cx="3385800" cy="590040"/>
          </a:xfrm>
        </p:grpSpPr>
        <p:sp>
          <p:nvSpPr>
            <p:cNvPr id="396" name="Freeform 102"/>
            <p:cNvSpPr/>
            <p:nvPr/>
          </p:nvSpPr>
          <p:spPr>
            <a:xfrm>
              <a:off x="13907520" y="6357240"/>
              <a:ext cx="3385800" cy="590040"/>
            </a:xfrm>
            <a:custGeom>
              <a:avLst/>
              <a:gdLst/>
              <a:ahLst/>
              <a:rect l="l" t="t" r="r" b="b"/>
              <a:pathLst>
                <a:path w="4514723" h="787146">
                  <a:moveTo>
                    <a:pt x="0" y="393573"/>
                  </a:moveTo>
                  <a:cubicBezTo>
                    <a:pt x="0" y="176149"/>
                    <a:pt x="176149" y="0"/>
                    <a:pt x="393573" y="0"/>
                  </a:cubicBezTo>
                  <a:lnTo>
                    <a:pt x="4121150" y="0"/>
                  </a:lnTo>
                  <a:cubicBezTo>
                    <a:pt x="4338574" y="0"/>
                    <a:pt x="4514723" y="176149"/>
                    <a:pt x="4514723" y="393573"/>
                  </a:cubicBezTo>
                  <a:cubicBezTo>
                    <a:pt x="4514723" y="610997"/>
                    <a:pt x="4338447" y="787146"/>
                    <a:pt x="4121150" y="787146"/>
                  </a:cubicBezTo>
                  <a:lnTo>
                    <a:pt x="393573" y="787146"/>
                  </a:lnTo>
                  <a:cubicBezTo>
                    <a:pt x="176149" y="787146"/>
                    <a:pt x="0" y="610997"/>
                    <a:pt x="0" y="393573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397" name="Group 103"/>
          <p:cNvGrpSpPr/>
          <p:nvPr/>
        </p:nvGrpSpPr>
        <p:grpSpPr>
          <a:xfrm>
            <a:off x="13914360" y="6350040"/>
            <a:ext cx="3371400" cy="590040"/>
            <a:chOff x="13914360" y="6350040"/>
            <a:chExt cx="3371400" cy="590040"/>
          </a:xfrm>
        </p:grpSpPr>
        <p:sp>
          <p:nvSpPr>
            <p:cNvPr id="398" name="Freeform 104"/>
            <p:cNvSpPr/>
            <p:nvPr/>
          </p:nvSpPr>
          <p:spPr>
            <a:xfrm>
              <a:off x="13914360" y="6364080"/>
              <a:ext cx="3371400" cy="575640"/>
            </a:xfrm>
            <a:custGeom>
              <a:avLst/>
              <a:gdLst/>
              <a:ahLst/>
              <a:rect l="l" t="t" r="r" b="b"/>
              <a:pathLst>
                <a:path w="4495648" h="768096">
                  <a:moveTo>
                    <a:pt x="0" y="0"/>
                  </a:moveTo>
                  <a:lnTo>
                    <a:pt x="4495648" y="0"/>
                  </a:lnTo>
                  <a:lnTo>
                    <a:pt x="4495648" y="768096"/>
                  </a:lnTo>
                  <a:lnTo>
                    <a:pt x="0" y="768096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399" name="TextBox 105"/>
            <p:cNvSpPr/>
            <p:nvPr/>
          </p:nvSpPr>
          <p:spPr>
            <a:xfrm>
              <a:off x="13914360" y="6350040"/>
              <a:ext cx="3371400" cy="590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88"/>
                </a:lnSpc>
                <a:buNone/>
              </a:pPr>
              <a:r>
                <a:rPr b="0" lang="en-US" sz="15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Gemini API (Firebase AI)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grpSp>
        <p:nvGrpSpPr>
          <p:cNvPr id="400" name="Group 106"/>
          <p:cNvGrpSpPr/>
          <p:nvPr/>
        </p:nvGrpSpPr>
        <p:grpSpPr>
          <a:xfrm>
            <a:off x="754560" y="8866440"/>
            <a:ext cx="16778520" cy="432720"/>
            <a:chOff x="754560" y="8866440"/>
            <a:chExt cx="16778520" cy="432720"/>
          </a:xfrm>
        </p:grpSpPr>
        <p:sp>
          <p:nvSpPr>
            <p:cNvPr id="401" name="Freeform 107"/>
            <p:cNvSpPr/>
            <p:nvPr/>
          </p:nvSpPr>
          <p:spPr>
            <a:xfrm>
              <a:off x="754560" y="8888040"/>
              <a:ext cx="16778520" cy="411120"/>
            </a:xfrm>
            <a:custGeom>
              <a:avLst/>
              <a:gdLst/>
              <a:ahLst/>
              <a:rect l="l" t="t" r="r" b="b"/>
              <a:pathLst>
                <a:path w="22371710" h="548640">
                  <a:moveTo>
                    <a:pt x="0" y="0"/>
                  </a:moveTo>
                  <a:lnTo>
                    <a:pt x="22371710" y="0"/>
                  </a:lnTo>
                  <a:lnTo>
                    <a:pt x="2237171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2" name="TextBox 108"/>
            <p:cNvSpPr/>
            <p:nvPr/>
          </p:nvSpPr>
          <p:spPr>
            <a:xfrm>
              <a:off x="754560" y="8866440"/>
              <a:ext cx="16778520" cy="43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0" i="1" lang="en-US" sz="165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compileSdk 36   •   minSdk 28   •   targetSdk 36   •   Kiến trúc MVVM</a:t>
              </a:r>
              <a:endParaRPr b="0" lang="vi-VN" sz="1650" spc="-1" strike="noStrike">
                <a:latin typeface="Noto Sans CJK SC"/>
              </a:endParaRPr>
            </a:p>
          </p:txBody>
        </p:sp>
      </p:grpSp>
    </p:spTree>
  </p:cSld>
  <p:transition>
    <p:wipe dir="l"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3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404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05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406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07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408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09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03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410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411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2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Kiến trúc tổng thể — Mô hình MVVM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413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414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5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416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417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18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6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419" name="Group 18"/>
          <p:cNvGrpSpPr/>
          <p:nvPr/>
        </p:nvGrpSpPr>
        <p:grpSpPr>
          <a:xfrm>
            <a:off x="1028880" y="2221920"/>
            <a:ext cx="12663720" cy="1179360"/>
            <a:chOff x="1028880" y="2221920"/>
            <a:chExt cx="12663720" cy="1179360"/>
          </a:xfrm>
        </p:grpSpPr>
        <p:sp>
          <p:nvSpPr>
            <p:cNvPr id="420" name="Freeform 19"/>
            <p:cNvSpPr/>
            <p:nvPr/>
          </p:nvSpPr>
          <p:spPr>
            <a:xfrm>
              <a:off x="1028880" y="2221920"/>
              <a:ext cx="12663720" cy="1179360"/>
            </a:xfrm>
            <a:custGeom>
              <a:avLst/>
              <a:gdLst/>
              <a:ahLst/>
              <a:rect l="l" t="t" r="r" b="b"/>
              <a:pathLst>
                <a:path w="16885286" h="157276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665829" y="0"/>
                  </a:lnTo>
                  <a:cubicBezTo>
                    <a:pt x="16786988" y="0"/>
                    <a:pt x="16885286" y="98298"/>
                    <a:pt x="16885286" y="219456"/>
                  </a:cubicBezTo>
                  <a:lnTo>
                    <a:pt x="16885286" y="1353312"/>
                  </a:lnTo>
                  <a:cubicBezTo>
                    <a:pt x="16885286" y="1474470"/>
                    <a:pt x="16786988" y="1572768"/>
                    <a:pt x="16665829" y="1572768"/>
                  </a:cubicBezTo>
                  <a:lnTo>
                    <a:pt x="219456" y="1572768"/>
                  </a:lnTo>
                  <a:cubicBezTo>
                    <a:pt x="98298" y="1572768"/>
                    <a:pt x="0" y="1474470"/>
                    <a:pt x="0" y="1353312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21" name="Group 20"/>
          <p:cNvGrpSpPr/>
          <p:nvPr/>
        </p:nvGrpSpPr>
        <p:grpSpPr>
          <a:xfrm>
            <a:off x="1330560" y="2275560"/>
            <a:ext cx="12060000" cy="439920"/>
            <a:chOff x="1330560" y="2275560"/>
            <a:chExt cx="12060000" cy="439920"/>
          </a:xfrm>
        </p:grpSpPr>
        <p:sp>
          <p:nvSpPr>
            <p:cNvPr id="422" name="Freeform 21"/>
            <p:cNvSpPr/>
            <p:nvPr/>
          </p:nvSpPr>
          <p:spPr>
            <a:xfrm>
              <a:off x="1330560" y="2304360"/>
              <a:ext cx="12060000" cy="411120"/>
            </a:xfrm>
            <a:custGeom>
              <a:avLst/>
              <a:gdLst/>
              <a:ahLst/>
              <a:rect l="l" t="t" r="r" b="b"/>
              <a:pathLst>
                <a:path w="16080639" h="548640">
                  <a:moveTo>
                    <a:pt x="0" y="0"/>
                  </a:moveTo>
                  <a:lnTo>
                    <a:pt x="16080639" y="0"/>
                  </a:lnTo>
                  <a:lnTo>
                    <a:pt x="16080639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3" name="TextBox 22"/>
            <p:cNvSpPr/>
            <p:nvPr/>
          </p:nvSpPr>
          <p:spPr>
            <a:xfrm>
              <a:off x="1330560" y="2275560"/>
              <a:ext cx="1206000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251"/>
                </a:lnSpc>
                <a:buNone/>
              </a:pPr>
              <a:r>
                <a:rPr b="1" lang="en-US" sz="187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Tầng Giao diện — View (Jetpack Compose)</a:t>
              </a:r>
              <a:endParaRPr b="0" lang="vi-VN" sz="1870" spc="-1" strike="noStrike">
                <a:latin typeface="Noto Sans CJK SC"/>
              </a:endParaRPr>
            </a:p>
          </p:txBody>
        </p:sp>
      </p:grpSp>
      <p:grpSp>
        <p:nvGrpSpPr>
          <p:cNvPr id="424" name="Group 23"/>
          <p:cNvGrpSpPr/>
          <p:nvPr/>
        </p:nvGrpSpPr>
        <p:grpSpPr>
          <a:xfrm>
            <a:off x="1330560" y="2743200"/>
            <a:ext cx="1604520" cy="493560"/>
            <a:chOff x="1330560" y="2743200"/>
            <a:chExt cx="1604520" cy="493560"/>
          </a:xfrm>
        </p:grpSpPr>
        <p:sp>
          <p:nvSpPr>
            <p:cNvPr id="425" name="Freeform 24"/>
            <p:cNvSpPr/>
            <p:nvPr/>
          </p:nvSpPr>
          <p:spPr>
            <a:xfrm>
              <a:off x="1330560" y="2743200"/>
              <a:ext cx="1604520" cy="493560"/>
            </a:xfrm>
            <a:custGeom>
              <a:avLst/>
              <a:gdLst/>
              <a:ahLst/>
              <a:rect l="l" t="t" r="r" b="b"/>
              <a:pathLst>
                <a:path w="2139696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810512" y="0"/>
                  </a:lnTo>
                  <a:cubicBezTo>
                    <a:pt x="1992376" y="0"/>
                    <a:pt x="2139696" y="147320"/>
                    <a:pt x="2139696" y="329184"/>
                  </a:cubicBezTo>
                  <a:cubicBezTo>
                    <a:pt x="2139696" y="511048"/>
                    <a:pt x="1992376" y="658368"/>
                    <a:pt x="1810512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26" name="Group 25"/>
          <p:cNvGrpSpPr/>
          <p:nvPr/>
        </p:nvGrpSpPr>
        <p:grpSpPr>
          <a:xfrm>
            <a:off x="1330560" y="2714760"/>
            <a:ext cx="1604520" cy="522000"/>
            <a:chOff x="1330560" y="2714760"/>
            <a:chExt cx="1604520" cy="522000"/>
          </a:xfrm>
        </p:grpSpPr>
        <p:sp>
          <p:nvSpPr>
            <p:cNvPr id="427" name="Freeform 26"/>
            <p:cNvSpPr/>
            <p:nvPr/>
          </p:nvSpPr>
          <p:spPr>
            <a:xfrm>
              <a:off x="1330560" y="2743200"/>
              <a:ext cx="1604520" cy="493560"/>
            </a:xfrm>
            <a:custGeom>
              <a:avLst/>
              <a:gdLst/>
              <a:ahLst/>
              <a:rect l="l" t="t" r="r" b="b"/>
              <a:pathLst>
                <a:path w="2139696" h="658368">
                  <a:moveTo>
                    <a:pt x="0" y="0"/>
                  </a:moveTo>
                  <a:lnTo>
                    <a:pt x="2139696" y="0"/>
                  </a:lnTo>
                  <a:lnTo>
                    <a:pt x="2139696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28" name="TextBox 27"/>
            <p:cNvSpPr/>
            <p:nvPr/>
          </p:nvSpPr>
          <p:spPr>
            <a:xfrm>
              <a:off x="1330560" y="2714760"/>
              <a:ext cx="160452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HomeScreen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29" name="Group 28"/>
          <p:cNvGrpSpPr/>
          <p:nvPr/>
        </p:nvGrpSpPr>
        <p:grpSpPr>
          <a:xfrm>
            <a:off x="3127320" y="2743200"/>
            <a:ext cx="2054160" cy="493560"/>
            <a:chOff x="3127320" y="2743200"/>
            <a:chExt cx="2054160" cy="493560"/>
          </a:xfrm>
        </p:grpSpPr>
        <p:sp>
          <p:nvSpPr>
            <p:cNvPr id="430" name="Freeform 29"/>
            <p:cNvSpPr/>
            <p:nvPr/>
          </p:nvSpPr>
          <p:spPr>
            <a:xfrm>
              <a:off x="3127320" y="2743200"/>
              <a:ext cx="2054160" cy="493560"/>
            </a:xfrm>
            <a:custGeom>
              <a:avLst/>
              <a:gdLst/>
              <a:ahLst/>
              <a:rect l="l" t="t" r="r" b="b"/>
              <a:pathLst>
                <a:path w="2739517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410333" y="0"/>
                  </a:lnTo>
                  <a:cubicBezTo>
                    <a:pt x="2592197" y="0"/>
                    <a:pt x="2739517" y="147320"/>
                    <a:pt x="2739517" y="329184"/>
                  </a:cubicBezTo>
                  <a:cubicBezTo>
                    <a:pt x="2739517" y="511048"/>
                    <a:pt x="2592197" y="658368"/>
                    <a:pt x="2410333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31" name="Group 30"/>
          <p:cNvGrpSpPr/>
          <p:nvPr/>
        </p:nvGrpSpPr>
        <p:grpSpPr>
          <a:xfrm>
            <a:off x="3127320" y="2714760"/>
            <a:ext cx="2054160" cy="522000"/>
            <a:chOff x="3127320" y="2714760"/>
            <a:chExt cx="2054160" cy="522000"/>
          </a:xfrm>
        </p:grpSpPr>
        <p:sp>
          <p:nvSpPr>
            <p:cNvPr id="432" name="Freeform 31"/>
            <p:cNvSpPr/>
            <p:nvPr/>
          </p:nvSpPr>
          <p:spPr>
            <a:xfrm>
              <a:off x="3127320" y="2743200"/>
              <a:ext cx="2054160" cy="493560"/>
            </a:xfrm>
            <a:custGeom>
              <a:avLst/>
              <a:gdLst/>
              <a:ahLst/>
              <a:rect l="l" t="t" r="r" b="b"/>
              <a:pathLst>
                <a:path w="2739542" h="658368">
                  <a:moveTo>
                    <a:pt x="0" y="0"/>
                  </a:moveTo>
                  <a:lnTo>
                    <a:pt x="2739542" y="0"/>
                  </a:lnTo>
                  <a:lnTo>
                    <a:pt x="2739542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3" name="TextBox 32"/>
            <p:cNvSpPr/>
            <p:nvPr/>
          </p:nvSpPr>
          <p:spPr>
            <a:xfrm>
              <a:off x="3127320" y="2714760"/>
              <a:ext cx="205416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CalendarScreen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34" name="Group 33"/>
          <p:cNvGrpSpPr/>
          <p:nvPr/>
        </p:nvGrpSpPr>
        <p:grpSpPr>
          <a:xfrm>
            <a:off x="5374080" y="2743200"/>
            <a:ext cx="2054160" cy="493560"/>
            <a:chOff x="5374080" y="2743200"/>
            <a:chExt cx="2054160" cy="493560"/>
          </a:xfrm>
        </p:grpSpPr>
        <p:sp>
          <p:nvSpPr>
            <p:cNvPr id="435" name="Freeform 34"/>
            <p:cNvSpPr/>
            <p:nvPr/>
          </p:nvSpPr>
          <p:spPr>
            <a:xfrm>
              <a:off x="5374080" y="2743200"/>
              <a:ext cx="2054160" cy="493560"/>
            </a:xfrm>
            <a:custGeom>
              <a:avLst/>
              <a:gdLst/>
              <a:ahLst/>
              <a:rect l="l" t="t" r="r" b="b"/>
              <a:pathLst>
                <a:path w="2739517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410333" y="0"/>
                  </a:lnTo>
                  <a:cubicBezTo>
                    <a:pt x="2592197" y="0"/>
                    <a:pt x="2739517" y="147320"/>
                    <a:pt x="2739517" y="329184"/>
                  </a:cubicBezTo>
                  <a:cubicBezTo>
                    <a:pt x="2739517" y="511048"/>
                    <a:pt x="2592197" y="658368"/>
                    <a:pt x="2410333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36" name="Group 35"/>
          <p:cNvGrpSpPr/>
          <p:nvPr/>
        </p:nvGrpSpPr>
        <p:grpSpPr>
          <a:xfrm>
            <a:off x="5374080" y="2714760"/>
            <a:ext cx="2054160" cy="522000"/>
            <a:chOff x="5374080" y="2714760"/>
            <a:chExt cx="2054160" cy="522000"/>
          </a:xfrm>
        </p:grpSpPr>
        <p:sp>
          <p:nvSpPr>
            <p:cNvPr id="437" name="Freeform 36"/>
            <p:cNvSpPr/>
            <p:nvPr/>
          </p:nvSpPr>
          <p:spPr>
            <a:xfrm>
              <a:off x="5374080" y="2743200"/>
              <a:ext cx="2054160" cy="493560"/>
            </a:xfrm>
            <a:custGeom>
              <a:avLst/>
              <a:gdLst/>
              <a:ahLst/>
              <a:rect l="l" t="t" r="r" b="b"/>
              <a:pathLst>
                <a:path w="2739542" h="658368">
                  <a:moveTo>
                    <a:pt x="0" y="0"/>
                  </a:moveTo>
                  <a:lnTo>
                    <a:pt x="2739542" y="0"/>
                  </a:lnTo>
                  <a:lnTo>
                    <a:pt x="2739542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38" name="TextBox 37"/>
            <p:cNvSpPr/>
            <p:nvPr/>
          </p:nvSpPr>
          <p:spPr>
            <a:xfrm>
              <a:off x="5374080" y="2714760"/>
              <a:ext cx="205416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AddEventScreen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39" name="Group 38"/>
          <p:cNvGrpSpPr/>
          <p:nvPr/>
        </p:nvGrpSpPr>
        <p:grpSpPr>
          <a:xfrm>
            <a:off x="7620480" y="2743200"/>
            <a:ext cx="1440000" cy="493560"/>
            <a:chOff x="7620480" y="2743200"/>
            <a:chExt cx="1440000" cy="493560"/>
          </a:xfrm>
        </p:grpSpPr>
        <p:sp>
          <p:nvSpPr>
            <p:cNvPr id="440" name="Freeform 39"/>
            <p:cNvSpPr/>
            <p:nvPr/>
          </p:nvSpPr>
          <p:spPr>
            <a:xfrm>
              <a:off x="7620480" y="2743200"/>
              <a:ext cx="1440000" cy="493560"/>
            </a:xfrm>
            <a:custGeom>
              <a:avLst/>
              <a:gdLst/>
              <a:ahLst/>
              <a:rect l="l" t="t" r="r" b="b"/>
              <a:pathLst>
                <a:path w="1920240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591056" y="0"/>
                  </a:lnTo>
                  <a:cubicBezTo>
                    <a:pt x="1772920" y="0"/>
                    <a:pt x="1920240" y="147320"/>
                    <a:pt x="1920240" y="329184"/>
                  </a:cubicBezTo>
                  <a:cubicBezTo>
                    <a:pt x="1920240" y="511048"/>
                    <a:pt x="1772920" y="658368"/>
                    <a:pt x="1591056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1" name="Group 40"/>
          <p:cNvGrpSpPr/>
          <p:nvPr/>
        </p:nvGrpSpPr>
        <p:grpSpPr>
          <a:xfrm>
            <a:off x="7620480" y="2714760"/>
            <a:ext cx="1440000" cy="522000"/>
            <a:chOff x="7620480" y="2714760"/>
            <a:chExt cx="1440000" cy="522000"/>
          </a:xfrm>
        </p:grpSpPr>
        <p:sp>
          <p:nvSpPr>
            <p:cNvPr id="442" name="Freeform 41"/>
            <p:cNvSpPr/>
            <p:nvPr/>
          </p:nvSpPr>
          <p:spPr>
            <a:xfrm>
              <a:off x="7620480" y="2743200"/>
              <a:ext cx="1440000" cy="493560"/>
            </a:xfrm>
            <a:custGeom>
              <a:avLst/>
              <a:gdLst/>
              <a:ahLst/>
              <a:rect l="l" t="t" r="r" b="b"/>
              <a:pathLst>
                <a:path w="1920240" h="658368">
                  <a:moveTo>
                    <a:pt x="0" y="0"/>
                  </a:moveTo>
                  <a:lnTo>
                    <a:pt x="1920240" y="0"/>
                  </a:lnTo>
                  <a:lnTo>
                    <a:pt x="1920240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3" name="TextBox 42"/>
            <p:cNvSpPr/>
            <p:nvPr/>
          </p:nvSpPr>
          <p:spPr>
            <a:xfrm>
              <a:off x="7620480" y="2714760"/>
              <a:ext cx="144000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AIScreen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44" name="Group 43"/>
          <p:cNvGrpSpPr/>
          <p:nvPr/>
        </p:nvGrpSpPr>
        <p:grpSpPr>
          <a:xfrm>
            <a:off x="9252720" y="2743200"/>
            <a:ext cx="1716840" cy="493560"/>
            <a:chOff x="9252720" y="2743200"/>
            <a:chExt cx="1716840" cy="493560"/>
          </a:xfrm>
        </p:grpSpPr>
        <p:sp>
          <p:nvSpPr>
            <p:cNvPr id="445" name="Freeform 44"/>
            <p:cNvSpPr/>
            <p:nvPr/>
          </p:nvSpPr>
          <p:spPr>
            <a:xfrm>
              <a:off x="9252720" y="2743200"/>
              <a:ext cx="1716840" cy="493560"/>
            </a:xfrm>
            <a:custGeom>
              <a:avLst/>
              <a:gdLst/>
              <a:ahLst/>
              <a:rect l="l" t="t" r="r" b="b"/>
              <a:pathLst>
                <a:path w="2289683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1960499" y="0"/>
                  </a:lnTo>
                  <a:cubicBezTo>
                    <a:pt x="2142363" y="0"/>
                    <a:pt x="2289683" y="147320"/>
                    <a:pt x="2289683" y="329184"/>
                  </a:cubicBezTo>
                  <a:cubicBezTo>
                    <a:pt x="2289683" y="511048"/>
                    <a:pt x="2142363" y="658368"/>
                    <a:pt x="1960499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46" name="Group 45"/>
          <p:cNvGrpSpPr/>
          <p:nvPr/>
        </p:nvGrpSpPr>
        <p:grpSpPr>
          <a:xfrm>
            <a:off x="9252720" y="2714760"/>
            <a:ext cx="1716840" cy="522000"/>
            <a:chOff x="9252720" y="2714760"/>
            <a:chExt cx="1716840" cy="522000"/>
          </a:xfrm>
        </p:grpSpPr>
        <p:sp>
          <p:nvSpPr>
            <p:cNvPr id="447" name="Freeform 46"/>
            <p:cNvSpPr/>
            <p:nvPr/>
          </p:nvSpPr>
          <p:spPr>
            <a:xfrm>
              <a:off x="9252720" y="2743200"/>
              <a:ext cx="1716840" cy="493560"/>
            </a:xfrm>
            <a:custGeom>
              <a:avLst/>
              <a:gdLst/>
              <a:ahLst/>
              <a:rect l="l" t="t" r="r" b="b"/>
              <a:pathLst>
                <a:path w="2289658" h="658368">
                  <a:moveTo>
                    <a:pt x="0" y="0"/>
                  </a:moveTo>
                  <a:lnTo>
                    <a:pt x="2289658" y="0"/>
                  </a:lnTo>
                  <a:lnTo>
                    <a:pt x="2289658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48" name="TextBox 47"/>
            <p:cNvSpPr/>
            <p:nvPr/>
          </p:nvSpPr>
          <p:spPr>
            <a:xfrm>
              <a:off x="9252720" y="2714760"/>
              <a:ext cx="171684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StatsScreen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49" name="Group 48"/>
          <p:cNvGrpSpPr/>
          <p:nvPr/>
        </p:nvGrpSpPr>
        <p:grpSpPr>
          <a:xfrm>
            <a:off x="11162160" y="2743200"/>
            <a:ext cx="2054160" cy="493560"/>
            <a:chOff x="11162160" y="2743200"/>
            <a:chExt cx="2054160" cy="493560"/>
          </a:xfrm>
        </p:grpSpPr>
        <p:sp>
          <p:nvSpPr>
            <p:cNvPr id="450" name="Freeform 49"/>
            <p:cNvSpPr/>
            <p:nvPr/>
          </p:nvSpPr>
          <p:spPr>
            <a:xfrm>
              <a:off x="11162160" y="2743200"/>
              <a:ext cx="2054160" cy="493560"/>
            </a:xfrm>
            <a:custGeom>
              <a:avLst/>
              <a:gdLst/>
              <a:ahLst/>
              <a:rect l="l" t="t" r="r" b="b"/>
              <a:pathLst>
                <a:path w="2739517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410333" y="0"/>
                  </a:lnTo>
                  <a:cubicBezTo>
                    <a:pt x="2592197" y="0"/>
                    <a:pt x="2739517" y="147320"/>
                    <a:pt x="2739517" y="329184"/>
                  </a:cubicBezTo>
                  <a:cubicBezTo>
                    <a:pt x="2739517" y="511048"/>
                    <a:pt x="2592197" y="658368"/>
                    <a:pt x="2410333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1" name="Group 50"/>
          <p:cNvGrpSpPr/>
          <p:nvPr/>
        </p:nvGrpSpPr>
        <p:grpSpPr>
          <a:xfrm>
            <a:off x="11162160" y="2714760"/>
            <a:ext cx="2054160" cy="522000"/>
            <a:chOff x="11162160" y="2714760"/>
            <a:chExt cx="2054160" cy="522000"/>
          </a:xfrm>
        </p:grpSpPr>
        <p:sp>
          <p:nvSpPr>
            <p:cNvPr id="452" name="Freeform 51"/>
            <p:cNvSpPr/>
            <p:nvPr/>
          </p:nvSpPr>
          <p:spPr>
            <a:xfrm>
              <a:off x="11162160" y="2743200"/>
              <a:ext cx="2054160" cy="493560"/>
            </a:xfrm>
            <a:custGeom>
              <a:avLst/>
              <a:gdLst/>
              <a:ahLst/>
              <a:rect l="l" t="t" r="r" b="b"/>
              <a:pathLst>
                <a:path w="2739542" h="658368">
                  <a:moveTo>
                    <a:pt x="0" y="0"/>
                  </a:moveTo>
                  <a:lnTo>
                    <a:pt x="2739542" y="0"/>
                  </a:lnTo>
                  <a:lnTo>
                    <a:pt x="2739542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53" name="TextBox 52"/>
            <p:cNvSpPr/>
            <p:nvPr/>
          </p:nvSpPr>
          <p:spPr>
            <a:xfrm>
              <a:off x="11162160" y="2714760"/>
              <a:ext cx="205416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SettingsScreen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54" name="Group 53"/>
          <p:cNvGrpSpPr/>
          <p:nvPr/>
        </p:nvGrpSpPr>
        <p:grpSpPr>
          <a:xfrm>
            <a:off x="7209720" y="3429000"/>
            <a:ext cx="301320" cy="273960"/>
            <a:chOff x="7209720" y="3429000"/>
            <a:chExt cx="301320" cy="273960"/>
          </a:xfrm>
        </p:grpSpPr>
        <p:sp>
          <p:nvSpPr>
            <p:cNvPr id="455" name="Freeform 54"/>
            <p:cNvSpPr/>
            <p:nvPr/>
          </p:nvSpPr>
          <p:spPr>
            <a:xfrm>
              <a:off x="7209720" y="3429000"/>
              <a:ext cx="301320" cy="273960"/>
            </a:xfrm>
            <a:custGeom>
              <a:avLst/>
              <a:gdLst/>
              <a:ahLst/>
              <a:rect l="l" t="t" r="r" b="b"/>
              <a:pathLst>
                <a:path w="402336" h="365760">
                  <a:moveTo>
                    <a:pt x="0" y="182880"/>
                  </a:moveTo>
                  <a:lnTo>
                    <a:pt x="100584" y="182880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82880"/>
                  </a:lnTo>
                  <a:lnTo>
                    <a:pt x="402336" y="182880"/>
                  </a:lnTo>
                  <a:lnTo>
                    <a:pt x="201168" y="365760"/>
                  </a:lnTo>
                  <a:close/>
                </a:path>
              </a:pathLst>
            </a:custGeom>
            <a:solidFill>
              <a:srgbClr val="b9af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6" name="Group 55"/>
          <p:cNvGrpSpPr/>
          <p:nvPr/>
        </p:nvGrpSpPr>
        <p:grpSpPr>
          <a:xfrm>
            <a:off x="1028880" y="3703320"/>
            <a:ext cx="12663720" cy="1179000"/>
            <a:chOff x="1028880" y="3703320"/>
            <a:chExt cx="12663720" cy="1179000"/>
          </a:xfrm>
        </p:grpSpPr>
        <p:sp>
          <p:nvSpPr>
            <p:cNvPr id="457" name="Freeform 56"/>
            <p:cNvSpPr/>
            <p:nvPr/>
          </p:nvSpPr>
          <p:spPr>
            <a:xfrm>
              <a:off x="1028880" y="3703320"/>
              <a:ext cx="12663720" cy="1179000"/>
            </a:xfrm>
            <a:custGeom>
              <a:avLst/>
              <a:gdLst/>
              <a:ahLst/>
              <a:rect l="l" t="t" r="r" b="b"/>
              <a:pathLst>
                <a:path w="16885286" h="1572641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665829" y="0"/>
                  </a:lnTo>
                  <a:cubicBezTo>
                    <a:pt x="16786988" y="0"/>
                    <a:pt x="16885286" y="98298"/>
                    <a:pt x="16885286" y="219456"/>
                  </a:cubicBezTo>
                  <a:lnTo>
                    <a:pt x="16885286" y="1353185"/>
                  </a:lnTo>
                  <a:cubicBezTo>
                    <a:pt x="16885286" y="1474343"/>
                    <a:pt x="16786988" y="1572641"/>
                    <a:pt x="16665829" y="1572641"/>
                  </a:cubicBezTo>
                  <a:lnTo>
                    <a:pt x="219456" y="1572641"/>
                  </a:lnTo>
                  <a:cubicBezTo>
                    <a:pt x="98298" y="1572641"/>
                    <a:pt x="0" y="1474343"/>
                    <a:pt x="0" y="1353185"/>
                  </a:cubicBezTo>
                  <a:close/>
                </a:path>
              </a:pathLst>
            </a:custGeom>
            <a:solidFill>
              <a:srgbClr val="7662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58" name="Group 57"/>
          <p:cNvGrpSpPr/>
          <p:nvPr/>
        </p:nvGrpSpPr>
        <p:grpSpPr>
          <a:xfrm>
            <a:off x="1398960" y="3771000"/>
            <a:ext cx="12060000" cy="439560"/>
            <a:chOff x="1398960" y="3771000"/>
            <a:chExt cx="12060000" cy="439560"/>
          </a:xfrm>
        </p:grpSpPr>
        <p:sp>
          <p:nvSpPr>
            <p:cNvPr id="459" name="Freeform 58"/>
            <p:cNvSpPr/>
            <p:nvPr/>
          </p:nvSpPr>
          <p:spPr>
            <a:xfrm>
              <a:off x="1398960" y="3799440"/>
              <a:ext cx="12060000" cy="410760"/>
            </a:xfrm>
            <a:custGeom>
              <a:avLst/>
              <a:gdLst/>
              <a:ahLst/>
              <a:rect l="l" t="t" r="r" b="b"/>
              <a:pathLst>
                <a:path w="16080600" h="548400">
                  <a:moveTo>
                    <a:pt x="0" y="0"/>
                  </a:moveTo>
                  <a:lnTo>
                    <a:pt x="16080600" y="0"/>
                  </a:lnTo>
                  <a:lnTo>
                    <a:pt x="16080600" y="548400"/>
                  </a:lnTo>
                  <a:lnTo>
                    <a:pt x="0" y="548400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0" name="TextBox 59"/>
            <p:cNvSpPr/>
            <p:nvPr/>
          </p:nvSpPr>
          <p:spPr>
            <a:xfrm>
              <a:off x="1398960" y="3771000"/>
              <a:ext cx="1206000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251"/>
                </a:lnSpc>
                <a:buNone/>
              </a:pPr>
              <a:r>
                <a:rPr b="1" lang="en-US" sz="187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Tầng ViewModel (StateFlow)</a:t>
              </a:r>
              <a:endParaRPr b="0" lang="vi-VN" sz="1870" spc="-1" strike="noStrike">
                <a:latin typeface="Noto Sans CJK SC"/>
              </a:endParaRPr>
            </a:p>
          </p:txBody>
        </p:sp>
      </p:grpSp>
      <p:grpSp>
        <p:nvGrpSpPr>
          <p:cNvPr id="461" name="Group 60"/>
          <p:cNvGrpSpPr/>
          <p:nvPr/>
        </p:nvGrpSpPr>
        <p:grpSpPr>
          <a:xfrm>
            <a:off x="1330560" y="4224600"/>
            <a:ext cx="2391840" cy="493560"/>
            <a:chOff x="1330560" y="4224600"/>
            <a:chExt cx="2391840" cy="493560"/>
          </a:xfrm>
        </p:grpSpPr>
        <p:sp>
          <p:nvSpPr>
            <p:cNvPr id="462" name="Freeform 61"/>
            <p:cNvSpPr/>
            <p:nvPr/>
          </p:nvSpPr>
          <p:spPr>
            <a:xfrm>
              <a:off x="1330560" y="4224600"/>
              <a:ext cx="2391840" cy="493560"/>
            </a:xfrm>
            <a:custGeom>
              <a:avLst/>
              <a:gdLst/>
              <a:ahLst/>
              <a:rect l="l" t="t" r="r" b="b"/>
              <a:pathLst>
                <a:path w="318947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860294" y="0"/>
                  </a:lnTo>
                  <a:cubicBezTo>
                    <a:pt x="3042158" y="0"/>
                    <a:pt x="3189478" y="147320"/>
                    <a:pt x="3189478" y="329184"/>
                  </a:cubicBezTo>
                  <a:cubicBezTo>
                    <a:pt x="3189478" y="511048"/>
                    <a:pt x="3042158" y="658368"/>
                    <a:pt x="2860294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63" name="Group 62"/>
          <p:cNvGrpSpPr/>
          <p:nvPr/>
        </p:nvGrpSpPr>
        <p:grpSpPr>
          <a:xfrm>
            <a:off x="1330560" y="4195800"/>
            <a:ext cx="2391840" cy="522360"/>
            <a:chOff x="1330560" y="4195800"/>
            <a:chExt cx="2391840" cy="522360"/>
          </a:xfrm>
        </p:grpSpPr>
        <p:sp>
          <p:nvSpPr>
            <p:cNvPr id="464" name="Freeform 63"/>
            <p:cNvSpPr/>
            <p:nvPr/>
          </p:nvSpPr>
          <p:spPr>
            <a:xfrm>
              <a:off x="1330560" y="4224600"/>
              <a:ext cx="2391840" cy="493560"/>
            </a:xfrm>
            <a:custGeom>
              <a:avLst/>
              <a:gdLst/>
              <a:ahLst/>
              <a:rect l="l" t="t" r="r" b="b"/>
              <a:pathLst>
                <a:path w="3189428" h="658368">
                  <a:moveTo>
                    <a:pt x="0" y="0"/>
                  </a:moveTo>
                  <a:lnTo>
                    <a:pt x="3189428" y="0"/>
                  </a:lnTo>
                  <a:lnTo>
                    <a:pt x="3189428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65" name="TextBox 64"/>
            <p:cNvSpPr/>
            <p:nvPr/>
          </p:nvSpPr>
          <p:spPr>
            <a:xfrm>
              <a:off x="1330560" y="4195800"/>
              <a:ext cx="239184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7662f5"/>
                  </a:solidFill>
                  <a:latin typeface="Calibri (MS) Bold"/>
                  <a:ea typeface="Calibri (MS) Bold"/>
                </a:rPr>
                <a:t>ScheduleViewModel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66" name="Group 65"/>
          <p:cNvGrpSpPr/>
          <p:nvPr/>
        </p:nvGrpSpPr>
        <p:grpSpPr>
          <a:xfrm>
            <a:off x="3914640" y="4224600"/>
            <a:ext cx="2504160" cy="493560"/>
            <a:chOff x="3914640" y="4224600"/>
            <a:chExt cx="2504160" cy="493560"/>
          </a:xfrm>
        </p:grpSpPr>
        <p:sp>
          <p:nvSpPr>
            <p:cNvPr id="467" name="Freeform 66"/>
            <p:cNvSpPr/>
            <p:nvPr/>
          </p:nvSpPr>
          <p:spPr>
            <a:xfrm>
              <a:off x="3914640" y="4224600"/>
              <a:ext cx="2504160" cy="493560"/>
            </a:xfrm>
            <a:custGeom>
              <a:avLst/>
              <a:gdLst/>
              <a:ahLst/>
              <a:rect l="l" t="t" r="r" b="b"/>
              <a:pathLst>
                <a:path w="3339338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010154" y="0"/>
                  </a:lnTo>
                  <a:cubicBezTo>
                    <a:pt x="3192018" y="0"/>
                    <a:pt x="3339338" y="147320"/>
                    <a:pt x="3339338" y="329184"/>
                  </a:cubicBezTo>
                  <a:cubicBezTo>
                    <a:pt x="3339338" y="511048"/>
                    <a:pt x="3192018" y="658368"/>
                    <a:pt x="3010154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68" name="Group 67"/>
          <p:cNvGrpSpPr/>
          <p:nvPr/>
        </p:nvGrpSpPr>
        <p:grpSpPr>
          <a:xfrm>
            <a:off x="3914640" y="4195800"/>
            <a:ext cx="2504160" cy="522360"/>
            <a:chOff x="3914640" y="4195800"/>
            <a:chExt cx="2504160" cy="522360"/>
          </a:xfrm>
        </p:grpSpPr>
        <p:sp>
          <p:nvSpPr>
            <p:cNvPr id="469" name="Freeform 68"/>
            <p:cNvSpPr/>
            <p:nvPr/>
          </p:nvSpPr>
          <p:spPr>
            <a:xfrm>
              <a:off x="3914640" y="4224600"/>
              <a:ext cx="2504160" cy="493560"/>
            </a:xfrm>
            <a:custGeom>
              <a:avLst/>
              <a:gdLst/>
              <a:ahLst/>
              <a:rect l="l" t="t" r="r" b="b"/>
              <a:pathLst>
                <a:path w="3339388" h="658368">
                  <a:moveTo>
                    <a:pt x="0" y="0"/>
                  </a:moveTo>
                  <a:lnTo>
                    <a:pt x="3339388" y="0"/>
                  </a:lnTo>
                  <a:lnTo>
                    <a:pt x="3339388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0" name="TextBox 69"/>
            <p:cNvSpPr/>
            <p:nvPr/>
          </p:nvSpPr>
          <p:spPr>
            <a:xfrm>
              <a:off x="3914640" y="4195800"/>
              <a:ext cx="250416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7662f5"/>
                  </a:solidFill>
                  <a:latin typeface="Calibri (MS) Bold"/>
                  <a:ea typeface="Calibri (MS) Bold"/>
                </a:rPr>
                <a:t>DashboardViewModel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71" name="Group 70"/>
          <p:cNvGrpSpPr/>
          <p:nvPr/>
        </p:nvGrpSpPr>
        <p:grpSpPr>
          <a:xfrm>
            <a:off x="6611040" y="4224600"/>
            <a:ext cx="2166840" cy="493560"/>
            <a:chOff x="6611040" y="4224600"/>
            <a:chExt cx="2166840" cy="493560"/>
          </a:xfrm>
        </p:grpSpPr>
        <p:sp>
          <p:nvSpPr>
            <p:cNvPr id="472" name="Freeform 71"/>
            <p:cNvSpPr/>
            <p:nvPr/>
          </p:nvSpPr>
          <p:spPr>
            <a:xfrm>
              <a:off x="6611040" y="4224600"/>
              <a:ext cx="2166840" cy="493560"/>
            </a:xfrm>
            <a:custGeom>
              <a:avLst/>
              <a:gdLst/>
              <a:ahLst/>
              <a:rect l="l" t="t" r="r" b="b"/>
              <a:pathLst>
                <a:path w="2889504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60320" y="0"/>
                  </a:lnTo>
                  <a:cubicBezTo>
                    <a:pt x="2742184" y="0"/>
                    <a:pt x="2889504" y="147320"/>
                    <a:pt x="2889504" y="329184"/>
                  </a:cubicBezTo>
                  <a:cubicBezTo>
                    <a:pt x="2889504" y="511048"/>
                    <a:pt x="2742184" y="658368"/>
                    <a:pt x="2560320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73" name="Group 72"/>
          <p:cNvGrpSpPr/>
          <p:nvPr/>
        </p:nvGrpSpPr>
        <p:grpSpPr>
          <a:xfrm>
            <a:off x="6611040" y="4209840"/>
            <a:ext cx="2166840" cy="522000"/>
            <a:chOff x="6611040" y="4209840"/>
            <a:chExt cx="2166840" cy="522000"/>
          </a:xfrm>
        </p:grpSpPr>
        <p:sp>
          <p:nvSpPr>
            <p:cNvPr id="474" name="Freeform 73"/>
            <p:cNvSpPr/>
            <p:nvPr/>
          </p:nvSpPr>
          <p:spPr>
            <a:xfrm>
              <a:off x="6611040" y="4238280"/>
              <a:ext cx="2166840" cy="493200"/>
            </a:xfrm>
            <a:custGeom>
              <a:avLst/>
              <a:gdLst/>
              <a:ahLst/>
              <a:rect l="l" t="t" r="r" b="b"/>
              <a:pathLst>
                <a:path w="2889600" h="658200">
                  <a:moveTo>
                    <a:pt x="0" y="0"/>
                  </a:moveTo>
                  <a:lnTo>
                    <a:pt x="2889600" y="0"/>
                  </a:lnTo>
                  <a:lnTo>
                    <a:pt x="2889600" y="658200"/>
                  </a:lnTo>
                  <a:lnTo>
                    <a:pt x="0" y="658200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75" name="TextBox 74"/>
            <p:cNvSpPr/>
            <p:nvPr/>
          </p:nvSpPr>
          <p:spPr>
            <a:xfrm>
              <a:off x="6611040" y="4209840"/>
              <a:ext cx="216684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7662f5"/>
                  </a:solidFill>
                  <a:latin typeface="Calibri (MS) Bold"/>
                  <a:ea typeface="Calibri (MS) Bold"/>
                </a:rPr>
                <a:t>AIChatViewModel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76" name="Group 75"/>
          <p:cNvGrpSpPr/>
          <p:nvPr/>
        </p:nvGrpSpPr>
        <p:grpSpPr>
          <a:xfrm>
            <a:off x="7209720" y="4910400"/>
            <a:ext cx="301320" cy="273960"/>
            <a:chOff x="7209720" y="4910400"/>
            <a:chExt cx="301320" cy="273960"/>
          </a:xfrm>
        </p:grpSpPr>
        <p:sp>
          <p:nvSpPr>
            <p:cNvPr id="477" name="Freeform 76"/>
            <p:cNvSpPr/>
            <p:nvPr/>
          </p:nvSpPr>
          <p:spPr>
            <a:xfrm>
              <a:off x="7209720" y="4910400"/>
              <a:ext cx="301320" cy="273960"/>
            </a:xfrm>
            <a:custGeom>
              <a:avLst/>
              <a:gdLst/>
              <a:ahLst/>
              <a:rect l="l" t="t" r="r" b="b"/>
              <a:pathLst>
                <a:path w="402336" h="365760">
                  <a:moveTo>
                    <a:pt x="0" y="182880"/>
                  </a:moveTo>
                  <a:lnTo>
                    <a:pt x="100584" y="182880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82880"/>
                  </a:lnTo>
                  <a:lnTo>
                    <a:pt x="402336" y="182880"/>
                  </a:lnTo>
                  <a:lnTo>
                    <a:pt x="201168" y="365760"/>
                  </a:lnTo>
                  <a:close/>
                </a:path>
              </a:pathLst>
            </a:custGeom>
            <a:solidFill>
              <a:srgbClr val="b9af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78" name="Group 77"/>
          <p:cNvGrpSpPr/>
          <p:nvPr/>
        </p:nvGrpSpPr>
        <p:grpSpPr>
          <a:xfrm>
            <a:off x="1028880" y="5184720"/>
            <a:ext cx="12663720" cy="1179360"/>
            <a:chOff x="1028880" y="5184720"/>
            <a:chExt cx="12663720" cy="1179360"/>
          </a:xfrm>
        </p:grpSpPr>
        <p:sp>
          <p:nvSpPr>
            <p:cNvPr id="479" name="Freeform 78"/>
            <p:cNvSpPr/>
            <p:nvPr/>
          </p:nvSpPr>
          <p:spPr>
            <a:xfrm>
              <a:off x="1028880" y="5184720"/>
              <a:ext cx="12663720" cy="1179360"/>
            </a:xfrm>
            <a:custGeom>
              <a:avLst/>
              <a:gdLst/>
              <a:ahLst/>
              <a:rect l="l" t="t" r="r" b="b"/>
              <a:pathLst>
                <a:path w="16885286" h="157276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665829" y="0"/>
                  </a:lnTo>
                  <a:cubicBezTo>
                    <a:pt x="16786988" y="0"/>
                    <a:pt x="16885286" y="98298"/>
                    <a:pt x="16885286" y="219456"/>
                  </a:cubicBezTo>
                  <a:lnTo>
                    <a:pt x="16885286" y="1353312"/>
                  </a:lnTo>
                  <a:cubicBezTo>
                    <a:pt x="16885286" y="1474470"/>
                    <a:pt x="16786988" y="1572768"/>
                    <a:pt x="16665829" y="1572768"/>
                  </a:cubicBezTo>
                  <a:lnTo>
                    <a:pt x="219456" y="1572768"/>
                  </a:lnTo>
                  <a:cubicBezTo>
                    <a:pt x="98298" y="1572768"/>
                    <a:pt x="0" y="1474470"/>
                    <a:pt x="0" y="1353312"/>
                  </a:cubicBezTo>
                  <a:close/>
                </a:path>
              </a:pathLst>
            </a:custGeom>
            <a:solidFill>
              <a:srgbClr val="8c7df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80" name="Group 79"/>
          <p:cNvGrpSpPr/>
          <p:nvPr/>
        </p:nvGrpSpPr>
        <p:grpSpPr>
          <a:xfrm>
            <a:off x="1330560" y="5238360"/>
            <a:ext cx="12060000" cy="439560"/>
            <a:chOff x="1330560" y="5238360"/>
            <a:chExt cx="12060000" cy="439560"/>
          </a:xfrm>
        </p:grpSpPr>
        <p:sp>
          <p:nvSpPr>
            <p:cNvPr id="481" name="Freeform 80"/>
            <p:cNvSpPr/>
            <p:nvPr/>
          </p:nvSpPr>
          <p:spPr>
            <a:xfrm>
              <a:off x="1330560" y="5266800"/>
              <a:ext cx="12060000" cy="411120"/>
            </a:xfrm>
            <a:custGeom>
              <a:avLst/>
              <a:gdLst/>
              <a:ahLst/>
              <a:rect l="l" t="t" r="r" b="b"/>
              <a:pathLst>
                <a:path w="16080639" h="548640">
                  <a:moveTo>
                    <a:pt x="0" y="0"/>
                  </a:moveTo>
                  <a:lnTo>
                    <a:pt x="16080639" y="0"/>
                  </a:lnTo>
                  <a:lnTo>
                    <a:pt x="16080639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2" name="TextBox 81"/>
            <p:cNvSpPr/>
            <p:nvPr/>
          </p:nvSpPr>
          <p:spPr>
            <a:xfrm>
              <a:off x="1330560" y="5238360"/>
              <a:ext cx="1206000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251"/>
                </a:lnSpc>
                <a:buNone/>
              </a:pPr>
              <a:r>
                <a:rPr b="1" lang="en-US" sz="187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Tầng Repository</a:t>
              </a:r>
              <a:endParaRPr b="0" lang="vi-VN" sz="1870" spc="-1" strike="noStrike">
                <a:latin typeface="Noto Sans CJK SC"/>
              </a:endParaRPr>
            </a:p>
          </p:txBody>
        </p:sp>
      </p:grpSp>
      <p:grpSp>
        <p:nvGrpSpPr>
          <p:cNvPr id="483" name="Group 82"/>
          <p:cNvGrpSpPr/>
          <p:nvPr/>
        </p:nvGrpSpPr>
        <p:grpSpPr>
          <a:xfrm>
            <a:off x="1330560" y="5706000"/>
            <a:ext cx="2166840" cy="493560"/>
            <a:chOff x="1330560" y="5706000"/>
            <a:chExt cx="2166840" cy="493560"/>
          </a:xfrm>
        </p:grpSpPr>
        <p:sp>
          <p:nvSpPr>
            <p:cNvPr id="484" name="Freeform 83"/>
            <p:cNvSpPr/>
            <p:nvPr/>
          </p:nvSpPr>
          <p:spPr>
            <a:xfrm>
              <a:off x="1330560" y="5706000"/>
              <a:ext cx="2166840" cy="493560"/>
            </a:xfrm>
            <a:custGeom>
              <a:avLst/>
              <a:gdLst/>
              <a:ahLst/>
              <a:rect l="l" t="t" r="r" b="b"/>
              <a:pathLst>
                <a:path w="2889504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2560320" y="0"/>
                  </a:lnTo>
                  <a:cubicBezTo>
                    <a:pt x="2742184" y="0"/>
                    <a:pt x="2889504" y="147320"/>
                    <a:pt x="2889504" y="329184"/>
                  </a:cubicBezTo>
                  <a:cubicBezTo>
                    <a:pt x="2889504" y="511048"/>
                    <a:pt x="2742184" y="658368"/>
                    <a:pt x="2560320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85" name="Group 84"/>
          <p:cNvGrpSpPr/>
          <p:nvPr/>
        </p:nvGrpSpPr>
        <p:grpSpPr>
          <a:xfrm>
            <a:off x="1330560" y="5677200"/>
            <a:ext cx="2166840" cy="522360"/>
            <a:chOff x="1330560" y="5677200"/>
            <a:chExt cx="2166840" cy="522360"/>
          </a:xfrm>
        </p:grpSpPr>
        <p:sp>
          <p:nvSpPr>
            <p:cNvPr id="486" name="Freeform 85"/>
            <p:cNvSpPr/>
            <p:nvPr/>
          </p:nvSpPr>
          <p:spPr>
            <a:xfrm>
              <a:off x="1330560" y="5706000"/>
              <a:ext cx="2166840" cy="493560"/>
            </a:xfrm>
            <a:custGeom>
              <a:avLst/>
              <a:gdLst/>
              <a:ahLst/>
              <a:rect l="l" t="t" r="r" b="b"/>
              <a:pathLst>
                <a:path w="2889504" h="658368">
                  <a:moveTo>
                    <a:pt x="0" y="0"/>
                  </a:moveTo>
                  <a:lnTo>
                    <a:pt x="2889504" y="0"/>
                  </a:lnTo>
                  <a:lnTo>
                    <a:pt x="2889504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87" name="TextBox 86"/>
            <p:cNvSpPr/>
            <p:nvPr/>
          </p:nvSpPr>
          <p:spPr>
            <a:xfrm>
              <a:off x="1330560" y="5677200"/>
              <a:ext cx="216684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8c7df0"/>
                  </a:solidFill>
                  <a:latin typeface="Calibri (MS) Bold"/>
                  <a:ea typeface="Calibri (MS) Bold"/>
                </a:rPr>
                <a:t>EventRepository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88" name="Group 87"/>
          <p:cNvGrpSpPr/>
          <p:nvPr/>
        </p:nvGrpSpPr>
        <p:grpSpPr>
          <a:xfrm>
            <a:off x="3689640" y="5706000"/>
            <a:ext cx="2616480" cy="493560"/>
            <a:chOff x="3689640" y="5706000"/>
            <a:chExt cx="2616480" cy="493560"/>
          </a:xfrm>
        </p:grpSpPr>
        <p:sp>
          <p:nvSpPr>
            <p:cNvPr id="489" name="Freeform 88"/>
            <p:cNvSpPr/>
            <p:nvPr/>
          </p:nvSpPr>
          <p:spPr>
            <a:xfrm>
              <a:off x="3689640" y="5706000"/>
              <a:ext cx="2616480" cy="493560"/>
            </a:xfrm>
            <a:custGeom>
              <a:avLst/>
              <a:gdLst/>
              <a:ahLst/>
              <a:rect l="l" t="t" r="r" b="b"/>
              <a:pathLst>
                <a:path w="3489325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160141" y="0"/>
                  </a:lnTo>
                  <a:cubicBezTo>
                    <a:pt x="3342005" y="0"/>
                    <a:pt x="3489325" y="147320"/>
                    <a:pt x="3489325" y="329184"/>
                  </a:cubicBezTo>
                  <a:cubicBezTo>
                    <a:pt x="3489325" y="511048"/>
                    <a:pt x="3342005" y="658368"/>
                    <a:pt x="3160141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90" name="Group 89"/>
          <p:cNvGrpSpPr/>
          <p:nvPr/>
        </p:nvGrpSpPr>
        <p:grpSpPr>
          <a:xfrm>
            <a:off x="3689640" y="5677200"/>
            <a:ext cx="2616480" cy="522360"/>
            <a:chOff x="3689640" y="5677200"/>
            <a:chExt cx="2616480" cy="522360"/>
          </a:xfrm>
        </p:grpSpPr>
        <p:sp>
          <p:nvSpPr>
            <p:cNvPr id="491" name="Freeform 90"/>
            <p:cNvSpPr/>
            <p:nvPr/>
          </p:nvSpPr>
          <p:spPr>
            <a:xfrm>
              <a:off x="3689640" y="5706000"/>
              <a:ext cx="2616480" cy="493560"/>
            </a:xfrm>
            <a:custGeom>
              <a:avLst/>
              <a:gdLst/>
              <a:ahLst/>
              <a:rect l="l" t="t" r="r" b="b"/>
              <a:pathLst>
                <a:path w="3489350" h="658368">
                  <a:moveTo>
                    <a:pt x="0" y="0"/>
                  </a:moveTo>
                  <a:lnTo>
                    <a:pt x="3489350" y="0"/>
                  </a:lnTo>
                  <a:lnTo>
                    <a:pt x="3489350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2" name="TextBox 91"/>
            <p:cNvSpPr/>
            <p:nvPr/>
          </p:nvSpPr>
          <p:spPr>
            <a:xfrm>
              <a:off x="3689640" y="5677200"/>
              <a:ext cx="261648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8c7df0"/>
                  </a:solidFill>
                  <a:latin typeface="Calibri (MS) Bold"/>
                  <a:ea typeface="Calibri (MS) Bold"/>
                </a:rPr>
                <a:t>DashboardRepository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493" name="Group 92"/>
          <p:cNvGrpSpPr/>
          <p:nvPr/>
        </p:nvGrpSpPr>
        <p:grpSpPr>
          <a:xfrm>
            <a:off x="7209720" y="6391800"/>
            <a:ext cx="301320" cy="273960"/>
            <a:chOff x="7209720" y="6391800"/>
            <a:chExt cx="301320" cy="273960"/>
          </a:xfrm>
        </p:grpSpPr>
        <p:sp>
          <p:nvSpPr>
            <p:cNvPr id="494" name="Freeform 93"/>
            <p:cNvSpPr/>
            <p:nvPr/>
          </p:nvSpPr>
          <p:spPr>
            <a:xfrm>
              <a:off x="7209720" y="6391800"/>
              <a:ext cx="301320" cy="273960"/>
            </a:xfrm>
            <a:custGeom>
              <a:avLst/>
              <a:gdLst/>
              <a:ahLst/>
              <a:rect l="l" t="t" r="r" b="b"/>
              <a:pathLst>
                <a:path w="402336" h="365760">
                  <a:moveTo>
                    <a:pt x="0" y="182880"/>
                  </a:moveTo>
                  <a:lnTo>
                    <a:pt x="100584" y="182880"/>
                  </a:lnTo>
                  <a:lnTo>
                    <a:pt x="100584" y="0"/>
                  </a:lnTo>
                  <a:lnTo>
                    <a:pt x="301752" y="0"/>
                  </a:lnTo>
                  <a:lnTo>
                    <a:pt x="301752" y="182880"/>
                  </a:lnTo>
                  <a:lnTo>
                    <a:pt x="402336" y="182880"/>
                  </a:lnTo>
                  <a:lnTo>
                    <a:pt x="201168" y="365760"/>
                  </a:lnTo>
                  <a:close/>
                </a:path>
              </a:pathLst>
            </a:custGeom>
            <a:solidFill>
              <a:srgbClr val="b9afee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95" name="Group 94"/>
          <p:cNvGrpSpPr/>
          <p:nvPr/>
        </p:nvGrpSpPr>
        <p:grpSpPr>
          <a:xfrm>
            <a:off x="1028880" y="6666120"/>
            <a:ext cx="12663720" cy="1179360"/>
            <a:chOff x="1028880" y="6666120"/>
            <a:chExt cx="12663720" cy="1179360"/>
          </a:xfrm>
        </p:grpSpPr>
        <p:sp>
          <p:nvSpPr>
            <p:cNvPr id="496" name="Freeform 95"/>
            <p:cNvSpPr/>
            <p:nvPr/>
          </p:nvSpPr>
          <p:spPr>
            <a:xfrm>
              <a:off x="1028880" y="6666120"/>
              <a:ext cx="12663720" cy="1179360"/>
            </a:xfrm>
            <a:custGeom>
              <a:avLst/>
              <a:gdLst/>
              <a:ahLst/>
              <a:rect l="l" t="t" r="r" b="b"/>
              <a:pathLst>
                <a:path w="16885286" h="1572768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16665829" y="0"/>
                  </a:lnTo>
                  <a:cubicBezTo>
                    <a:pt x="16786988" y="0"/>
                    <a:pt x="16885286" y="98298"/>
                    <a:pt x="16885286" y="219456"/>
                  </a:cubicBezTo>
                  <a:lnTo>
                    <a:pt x="16885286" y="1353312"/>
                  </a:lnTo>
                  <a:cubicBezTo>
                    <a:pt x="16885286" y="1474470"/>
                    <a:pt x="16786988" y="1572768"/>
                    <a:pt x="16665829" y="1572768"/>
                  </a:cubicBezTo>
                  <a:lnTo>
                    <a:pt x="219456" y="1572768"/>
                  </a:lnTo>
                  <a:cubicBezTo>
                    <a:pt x="98298" y="1572768"/>
                    <a:pt x="0" y="1474470"/>
                    <a:pt x="0" y="1353312"/>
                  </a:cubicBezTo>
                  <a:close/>
                </a:path>
              </a:pathLst>
            </a:custGeom>
            <a:solidFill>
              <a:srgbClr val="a79ee8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497" name="Group 96"/>
          <p:cNvGrpSpPr/>
          <p:nvPr/>
        </p:nvGrpSpPr>
        <p:grpSpPr>
          <a:xfrm>
            <a:off x="1330560" y="6719760"/>
            <a:ext cx="12060000" cy="439560"/>
            <a:chOff x="1330560" y="6719760"/>
            <a:chExt cx="12060000" cy="439560"/>
          </a:xfrm>
        </p:grpSpPr>
        <p:sp>
          <p:nvSpPr>
            <p:cNvPr id="498" name="Freeform 97"/>
            <p:cNvSpPr/>
            <p:nvPr/>
          </p:nvSpPr>
          <p:spPr>
            <a:xfrm>
              <a:off x="1330560" y="6748200"/>
              <a:ext cx="12060000" cy="411120"/>
            </a:xfrm>
            <a:custGeom>
              <a:avLst/>
              <a:gdLst/>
              <a:ahLst/>
              <a:rect l="l" t="t" r="r" b="b"/>
              <a:pathLst>
                <a:path w="16080639" h="548640">
                  <a:moveTo>
                    <a:pt x="0" y="0"/>
                  </a:moveTo>
                  <a:lnTo>
                    <a:pt x="16080639" y="0"/>
                  </a:lnTo>
                  <a:lnTo>
                    <a:pt x="16080639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499" name="TextBox 98"/>
            <p:cNvSpPr/>
            <p:nvPr/>
          </p:nvSpPr>
          <p:spPr>
            <a:xfrm>
              <a:off x="1330560" y="6719760"/>
              <a:ext cx="1206000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251"/>
                </a:lnSpc>
                <a:buNone/>
              </a:pPr>
              <a:r>
                <a:rPr b="1" lang="en-US" sz="187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Tầng Dữ liệu</a:t>
              </a:r>
              <a:endParaRPr b="0" lang="vi-VN" sz="1870" spc="-1" strike="noStrike">
                <a:latin typeface="Noto Sans CJK SC"/>
              </a:endParaRPr>
            </a:p>
          </p:txBody>
        </p:sp>
      </p:grpSp>
      <p:grpSp>
        <p:nvGrpSpPr>
          <p:cNvPr id="500" name="Group 99"/>
          <p:cNvGrpSpPr/>
          <p:nvPr/>
        </p:nvGrpSpPr>
        <p:grpSpPr>
          <a:xfrm>
            <a:off x="1330560" y="7187040"/>
            <a:ext cx="2954160" cy="493560"/>
            <a:chOff x="1330560" y="7187040"/>
            <a:chExt cx="2954160" cy="493560"/>
          </a:xfrm>
        </p:grpSpPr>
        <p:sp>
          <p:nvSpPr>
            <p:cNvPr id="501" name="Freeform 100"/>
            <p:cNvSpPr/>
            <p:nvPr/>
          </p:nvSpPr>
          <p:spPr>
            <a:xfrm>
              <a:off x="1330560" y="7187040"/>
              <a:ext cx="2954160" cy="493560"/>
            </a:xfrm>
            <a:custGeom>
              <a:avLst/>
              <a:gdLst/>
              <a:ahLst/>
              <a:rect l="l" t="t" r="r" b="b"/>
              <a:pathLst>
                <a:path w="3939286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3610102" y="0"/>
                  </a:lnTo>
                  <a:cubicBezTo>
                    <a:pt x="3791966" y="0"/>
                    <a:pt x="3939286" y="147320"/>
                    <a:pt x="3939286" y="329184"/>
                  </a:cubicBezTo>
                  <a:cubicBezTo>
                    <a:pt x="3939286" y="511048"/>
                    <a:pt x="3791966" y="658368"/>
                    <a:pt x="3610102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02" name="Group 101"/>
          <p:cNvGrpSpPr/>
          <p:nvPr/>
        </p:nvGrpSpPr>
        <p:grpSpPr>
          <a:xfrm>
            <a:off x="1330560" y="7158600"/>
            <a:ext cx="2954160" cy="522000"/>
            <a:chOff x="1330560" y="7158600"/>
            <a:chExt cx="2954160" cy="522000"/>
          </a:xfrm>
        </p:grpSpPr>
        <p:sp>
          <p:nvSpPr>
            <p:cNvPr id="503" name="Freeform 102"/>
            <p:cNvSpPr/>
            <p:nvPr/>
          </p:nvSpPr>
          <p:spPr>
            <a:xfrm>
              <a:off x="1330560" y="7187040"/>
              <a:ext cx="2954160" cy="493560"/>
            </a:xfrm>
            <a:custGeom>
              <a:avLst/>
              <a:gdLst/>
              <a:ahLst/>
              <a:rect l="l" t="t" r="r" b="b"/>
              <a:pathLst>
                <a:path w="3939236" h="658368">
                  <a:moveTo>
                    <a:pt x="0" y="0"/>
                  </a:moveTo>
                  <a:lnTo>
                    <a:pt x="3939236" y="0"/>
                  </a:lnTo>
                  <a:lnTo>
                    <a:pt x="3939236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4" name="TextBox 103"/>
            <p:cNvSpPr/>
            <p:nvPr/>
          </p:nvSpPr>
          <p:spPr>
            <a:xfrm>
              <a:off x="1330560" y="7158600"/>
              <a:ext cx="295416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a79ee8"/>
                  </a:solidFill>
                  <a:latin typeface="Calibri (MS) Bold"/>
                  <a:ea typeface="Calibri (MS) Bold"/>
                </a:rPr>
                <a:t>Room Database (cục bộ)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505" name="Group 104"/>
          <p:cNvGrpSpPr/>
          <p:nvPr/>
        </p:nvGrpSpPr>
        <p:grpSpPr>
          <a:xfrm>
            <a:off x="4476960" y="7187040"/>
            <a:ext cx="4978440" cy="493560"/>
            <a:chOff x="4476960" y="7187040"/>
            <a:chExt cx="4978440" cy="493560"/>
          </a:xfrm>
        </p:grpSpPr>
        <p:sp>
          <p:nvSpPr>
            <p:cNvPr id="506" name="Freeform 105"/>
            <p:cNvSpPr/>
            <p:nvPr/>
          </p:nvSpPr>
          <p:spPr>
            <a:xfrm>
              <a:off x="4476960" y="7187040"/>
              <a:ext cx="4978440" cy="493560"/>
            </a:xfrm>
            <a:custGeom>
              <a:avLst/>
              <a:gdLst/>
              <a:ahLst/>
              <a:rect l="l" t="t" r="r" b="b"/>
              <a:pathLst>
                <a:path w="6638544" h="658368">
                  <a:moveTo>
                    <a:pt x="0" y="329184"/>
                  </a:moveTo>
                  <a:cubicBezTo>
                    <a:pt x="0" y="147320"/>
                    <a:pt x="147320" y="0"/>
                    <a:pt x="329184" y="0"/>
                  </a:cubicBezTo>
                  <a:lnTo>
                    <a:pt x="6309360" y="0"/>
                  </a:lnTo>
                  <a:cubicBezTo>
                    <a:pt x="6491224" y="0"/>
                    <a:pt x="6638544" y="147320"/>
                    <a:pt x="6638544" y="329184"/>
                  </a:cubicBezTo>
                  <a:cubicBezTo>
                    <a:pt x="6638544" y="511048"/>
                    <a:pt x="6491224" y="658368"/>
                    <a:pt x="6309360" y="658368"/>
                  </a:cubicBezTo>
                  <a:lnTo>
                    <a:pt x="329184" y="658368"/>
                  </a:lnTo>
                  <a:cubicBezTo>
                    <a:pt x="147320" y="658368"/>
                    <a:pt x="0" y="511048"/>
                    <a:pt x="0" y="329184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07" name="Group 106"/>
          <p:cNvGrpSpPr/>
          <p:nvPr/>
        </p:nvGrpSpPr>
        <p:grpSpPr>
          <a:xfrm>
            <a:off x="4476960" y="7158600"/>
            <a:ext cx="4978440" cy="522000"/>
            <a:chOff x="4476960" y="7158600"/>
            <a:chExt cx="4978440" cy="522000"/>
          </a:xfrm>
        </p:grpSpPr>
        <p:sp>
          <p:nvSpPr>
            <p:cNvPr id="508" name="Freeform 107"/>
            <p:cNvSpPr/>
            <p:nvPr/>
          </p:nvSpPr>
          <p:spPr>
            <a:xfrm>
              <a:off x="4476960" y="7187040"/>
              <a:ext cx="4978440" cy="493560"/>
            </a:xfrm>
            <a:custGeom>
              <a:avLst/>
              <a:gdLst/>
              <a:ahLst/>
              <a:rect l="l" t="t" r="r" b="b"/>
              <a:pathLst>
                <a:path w="6638544" h="658368">
                  <a:moveTo>
                    <a:pt x="0" y="0"/>
                  </a:moveTo>
                  <a:lnTo>
                    <a:pt x="6638544" y="0"/>
                  </a:lnTo>
                  <a:lnTo>
                    <a:pt x="6638544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09" name="TextBox 108"/>
            <p:cNvSpPr/>
            <p:nvPr/>
          </p:nvSpPr>
          <p:spPr>
            <a:xfrm>
              <a:off x="4476960" y="7158600"/>
              <a:ext cx="497844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a79ee8"/>
                  </a:solidFill>
                  <a:latin typeface="Calibri (MS) Bold"/>
                  <a:ea typeface="Calibri (MS) Bold"/>
                </a:rPr>
                <a:t>Retrofit API: Weather / Holiday / Gemini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510" name="Group 109"/>
          <p:cNvGrpSpPr/>
          <p:nvPr/>
        </p:nvGrpSpPr>
        <p:grpSpPr>
          <a:xfrm>
            <a:off x="14104080" y="2221920"/>
            <a:ext cx="3702960" cy="5623200"/>
            <a:chOff x="14104080" y="2221920"/>
            <a:chExt cx="3702960" cy="5623200"/>
          </a:xfrm>
        </p:grpSpPr>
        <p:sp>
          <p:nvSpPr>
            <p:cNvPr id="511" name="Freeform 110"/>
            <p:cNvSpPr/>
            <p:nvPr/>
          </p:nvSpPr>
          <p:spPr>
            <a:xfrm>
              <a:off x="14104080" y="2221920"/>
              <a:ext cx="3702960" cy="5623200"/>
            </a:xfrm>
            <a:custGeom>
              <a:avLst/>
              <a:gdLst/>
              <a:ahLst/>
              <a:rect l="l" t="t" r="r" b="b"/>
              <a:pathLst>
                <a:path w="4937760" h="7498080">
                  <a:moveTo>
                    <a:pt x="0" y="219456"/>
                  </a:moveTo>
                  <a:cubicBezTo>
                    <a:pt x="0" y="98298"/>
                    <a:pt x="98298" y="0"/>
                    <a:pt x="219456" y="0"/>
                  </a:cubicBezTo>
                  <a:lnTo>
                    <a:pt x="4718304" y="0"/>
                  </a:lnTo>
                  <a:cubicBezTo>
                    <a:pt x="4839462" y="0"/>
                    <a:pt x="4937760" y="98298"/>
                    <a:pt x="4937760" y="219456"/>
                  </a:cubicBezTo>
                  <a:lnTo>
                    <a:pt x="4937760" y="7278624"/>
                  </a:lnTo>
                  <a:cubicBezTo>
                    <a:pt x="4937760" y="7399782"/>
                    <a:pt x="4839462" y="7498080"/>
                    <a:pt x="4718304" y="7498080"/>
                  </a:cubicBezTo>
                  <a:lnTo>
                    <a:pt x="219456" y="7498080"/>
                  </a:lnTo>
                  <a:cubicBezTo>
                    <a:pt x="98298" y="7498080"/>
                    <a:pt x="0" y="7399782"/>
                    <a:pt x="0" y="7278624"/>
                  </a:cubicBezTo>
                  <a:close/>
                </a:path>
              </a:pathLst>
            </a:custGeom>
            <a:solidFill>
              <a:srgbClr val="1c14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12" name="Group 111"/>
          <p:cNvGrpSpPr/>
          <p:nvPr/>
        </p:nvGrpSpPr>
        <p:grpSpPr>
          <a:xfrm>
            <a:off x="15599160" y="2523600"/>
            <a:ext cx="712800" cy="712800"/>
            <a:chOff x="15599160" y="2523600"/>
            <a:chExt cx="712800" cy="712800"/>
          </a:xfrm>
        </p:grpSpPr>
        <p:sp>
          <p:nvSpPr>
            <p:cNvPr id="513" name="Freeform 112"/>
            <p:cNvSpPr/>
            <p:nvPr/>
          </p:nvSpPr>
          <p:spPr>
            <a:xfrm>
              <a:off x="15599160" y="2523600"/>
              <a:ext cx="712800" cy="712800"/>
            </a:xfrm>
            <a:custGeom>
              <a:avLst/>
              <a:gdLst/>
              <a:ahLst/>
              <a:rect l="l" t="t" r="r" b="b"/>
              <a:pathLst>
                <a:path w="950976" h="950976">
                  <a:moveTo>
                    <a:pt x="0" y="475488"/>
                  </a:moveTo>
                  <a:cubicBezTo>
                    <a:pt x="0" y="212852"/>
                    <a:pt x="212852" y="0"/>
                    <a:pt x="475488" y="0"/>
                  </a:cubicBezTo>
                  <a:cubicBezTo>
                    <a:pt x="738124" y="0"/>
                    <a:pt x="950976" y="212852"/>
                    <a:pt x="950976" y="475488"/>
                  </a:cubicBezTo>
                  <a:cubicBezTo>
                    <a:pt x="950976" y="738124"/>
                    <a:pt x="738124" y="950976"/>
                    <a:pt x="475488" y="950976"/>
                  </a:cubicBezTo>
                  <a:cubicBezTo>
                    <a:pt x="212852" y="950976"/>
                    <a:pt x="0" y="738124"/>
                    <a:pt x="0" y="475488"/>
                  </a:cubicBezTo>
                  <a:close/>
                </a:path>
              </a:pathLst>
            </a:custGeom>
            <a:solidFill>
              <a:srgbClr val="7662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14" name="Group 113"/>
          <p:cNvGrpSpPr/>
          <p:nvPr/>
        </p:nvGrpSpPr>
        <p:grpSpPr>
          <a:xfrm>
            <a:off x="15763680" y="2688480"/>
            <a:ext cx="383760" cy="383760"/>
            <a:chOff x="15763680" y="2688480"/>
            <a:chExt cx="383760" cy="383760"/>
          </a:xfrm>
        </p:grpSpPr>
        <p:sp>
          <p:nvSpPr>
            <p:cNvPr id="515" name="Freeform 114"/>
            <p:cNvSpPr/>
            <p:nvPr/>
          </p:nvSpPr>
          <p:spPr>
            <a:xfrm>
              <a:off x="15763680" y="2688480"/>
              <a:ext cx="383760" cy="383760"/>
            </a:xfrm>
            <a:custGeom>
              <a:avLst/>
              <a:gdLst/>
              <a:ahLst/>
              <a:rect l="l" t="t" r="r" b="b"/>
              <a:pathLst>
                <a:path w="512064" h="512064">
                  <a:moveTo>
                    <a:pt x="0" y="0"/>
                  </a:moveTo>
                  <a:lnTo>
                    <a:pt x="512064" y="0"/>
                  </a:lnTo>
                  <a:lnTo>
                    <a:pt x="512064" y="512064"/>
                  </a:lnTo>
                  <a:lnTo>
                    <a:pt x="0" y="51206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16" name="Group 115"/>
          <p:cNvGrpSpPr/>
          <p:nvPr/>
        </p:nvGrpSpPr>
        <p:grpSpPr>
          <a:xfrm>
            <a:off x="14310000" y="3318120"/>
            <a:ext cx="3291480" cy="439560"/>
            <a:chOff x="14310000" y="3318120"/>
            <a:chExt cx="3291480" cy="439560"/>
          </a:xfrm>
        </p:grpSpPr>
        <p:sp>
          <p:nvSpPr>
            <p:cNvPr id="517" name="Freeform 116"/>
            <p:cNvSpPr/>
            <p:nvPr/>
          </p:nvSpPr>
          <p:spPr>
            <a:xfrm>
              <a:off x="14310000" y="3346560"/>
              <a:ext cx="3291480" cy="411120"/>
            </a:xfrm>
            <a:custGeom>
              <a:avLst/>
              <a:gdLst/>
              <a:ahLst/>
              <a:rect l="l" t="t" r="r" b="b"/>
              <a:pathLst>
                <a:path w="4389120" h="548640">
                  <a:moveTo>
                    <a:pt x="0" y="0"/>
                  </a:moveTo>
                  <a:lnTo>
                    <a:pt x="4389120" y="0"/>
                  </a:lnTo>
                  <a:lnTo>
                    <a:pt x="438912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18" name="TextBox 117"/>
            <p:cNvSpPr/>
            <p:nvPr/>
          </p:nvSpPr>
          <p:spPr>
            <a:xfrm>
              <a:off x="14310000" y="3318120"/>
              <a:ext cx="329148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251"/>
                </a:lnSpc>
                <a:buNone/>
              </a:pPr>
              <a:r>
                <a:rPr b="1" lang="en-US" sz="187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Hệ thống nền</a:t>
              </a:r>
              <a:endParaRPr b="0" lang="vi-VN" sz="1870" spc="-1" strike="noStrike">
                <a:latin typeface="Noto Sans CJK SC"/>
              </a:endParaRPr>
            </a:p>
          </p:txBody>
        </p:sp>
      </p:grpSp>
      <p:grpSp>
        <p:nvGrpSpPr>
          <p:cNvPr id="519" name="Group 118"/>
          <p:cNvGrpSpPr/>
          <p:nvPr/>
        </p:nvGrpSpPr>
        <p:grpSpPr>
          <a:xfrm>
            <a:off x="14378400" y="3796560"/>
            <a:ext cx="3154320" cy="3843000"/>
            <a:chOff x="14378400" y="3796560"/>
            <a:chExt cx="3154320" cy="3843000"/>
          </a:xfrm>
        </p:grpSpPr>
        <p:sp>
          <p:nvSpPr>
            <p:cNvPr id="520" name="Freeform 119"/>
            <p:cNvSpPr/>
            <p:nvPr/>
          </p:nvSpPr>
          <p:spPr>
            <a:xfrm>
              <a:off x="14378400" y="3867840"/>
              <a:ext cx="3154320" cy="3771720"/>
            </a:xfrm>
            <a:custGeom>
              <a:avLst/>
              <a:gdLst/>
              <a:ahLst/>
              <a:rect l="l" t="t" r="r" b="b"/>
              <a:pathLst>
                <a:path w="4206240" h="5029200">
                  <a:moveTo>
                    <a:pt x="0" y="0"/>
                  </a:moveTo>
                  <a:lnTo>
                    <a:pt x="4206240" y="0"/>
                  </a:lnTo>
                  <a:lnTo>
                    <a:pt x="4206240" y="5029200"/>
                  </a:lnTo>
                  <a:lnTo>
                    <a:pt x="0" y="5029200"/>
                  </a:lnTo>
                  <a:close/>
                </a:path>
              </a:pathLst>
            </a:custGeom>
            <a:blipFill rotWithShape="0">
              <a:blip r:embed="rId2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1" name="TextBox 120"/>
            <p:cNvSpPr/>
            <p:nvPr/>
          </p:nvSpPr>
          <p:spPr>
            <a:xfrm>
              <a:off x="14378400" y="3796560"/>
              <a:ext cx="3154320" cy="3843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lvl="1" marL="271440" indent="-135720">
                <a:lnSpc>
                  <a:spcPts val="2429"/>
                </a:lnSpc>
                <a:buFont typeface="Arial"/>
                <a:buChar char="•"/>
              </a:pPr>
              <a:r>
                <a:rPr b="0" lang="en-US" sz="1500" spc="-1" strike="noStrike">
                  <a:solidFill>
                    <a:srgbClr val="d9d3fa"/>
                  </a:solidFill>
                  <a:latin typeface="Calibri (MS)"/>
                  <a:ea typeface="Calibri (MS)"/>
                </a:rPr>
                <a:t>5 Widget Providers</a:t>
              </a:r>
              <a:endParaRPr b="0" lang="vi-VN" sz="1500" spc="-1" strike="noStrike">
                <a:latin typeface="Noto Sans CJK SC"/>
              </a:endParaRPr>
            </a:p>
            <a:p>
              <a:pPr lvl="1" marL="271440" indent="-135720">
                <a:lnSpc>
                  <a:spcPts val="2429"/>
                </a:lnSpc>
                <a:buFont typeface="Arial"/>
                <a:buChar char="•"/>
              </a:pPr>
              <a:r>
                <a:rPr b="0" lang="en-US" sz="1500" spc="-1" strike="noStrike">
                  <a:solidFill>
                    <a:srgbClr val="d9d3fa"/>
                  </a:solidFill>
                  <a:latin typeface="Calibri (MS)"/>
                  <a:ea typeface="Calibri (MS)"/>
                </a:rPr>
                <a:t>AlarmManager &amp; NotificationReceiver</a:t>
              </a:r>
              <a:endParaRPr b="0" lang="vi-VN" sz="1500" spc="-1" strike="noStrike">
                <a:latin typeface="Noto Sans CJK SC"/>
              </a:endParaRPr>
            </a:p>
            <a:p>
              <a:pPr lvl="1" marL="271440" indent="-135720">
                <a:lnSpc>
                  <a:spcPts val="2429"/>
                </a:lnSpc>
                <a:buFont typeface="Arial"/>
                <a:buChar char="•"/>
              </a:pPr>
              <a:r>
                <a:rPr b="0" lang="en-US" sz="1500" spc="-1" strike="noStrike">
                  <a:solidFill>
                    <a:srgbClr val="d9d3fa"/>
                  </a:solidFill>
                  <a:latin typeface="Calibri (MS)"/>
                  <a:ea typeface="Calibri (MS)"/>
                </a:rPr>
                <a:t>Đọc trực tiếp từ Repository / Room — hoạt động độc lập, không qua UI</a:t>
              </a:r>
              <a:endParaRPr b="0" lang="vi-VN" sz="1500" spc="-1" strike="noStrike">
                <a:latin typeface="Noto Sans CJK SC"/>
              </a:endParaRPr>
            </a:p>
          </p:txBody>
        </p:sp>
      </p:grpSp>
      <p:grpSp>
        <p:nvGrpSpPr>
          <p:cNvPr id="522" name="Group 121"/>
          <p:cNvGrpSpPr/>
          <p:nvPr/>
        </p:nvGrpSpPr>
        <p:grpSpPr>
          <a:xfrm>
            <a:off x="12698280" y="2824560"/>
            <a:ext cx="1337040" cy="522000"/>
            <a:chOff x="12698280" y="2824560"/>
            <a:chExt cx="1337040" cy="522000"/>
          </a:xfrm>
        </p:grpSpPr>
        <p:sp>
          <p:nvSpPr>
            <p:cNvPr id="523" name="Freeform 122"/>
            <p:cNvSpPr/>
            <p:nvPr/>
          </p:nvSpPr>
          <p:spPr>
            <a:xfrm>
              <a:off x="12698280" y="2853000"/>
              <a:ext cx="1337040" cy="493200"/>
            </a:xfrm>
            <a:custGeom>
              <a:avLst/>
              <a:gdLst/>
              <a:ahLst/>
              <a:rect l="l" t="t" r="r" b="b"/>
              <a:pathLst>
                <a:path w="1783200" h="658200">
                  <a:moveTo>
                    <a:pt x="0" y="0"/>
                  </a:moveTo>
                  <a:lnTo>
                    <a:pt x="1783200" y="0"/>
                  </a:lnTo>
                  <a:lnTo>
                    <a:pt x="1783200" y="658200"/>
                  </a:lnTo>
                  <a:lnTo>
                    <a:pt x="0" y="658200"/>
                  </a:lnTo>
                  <a:close/>
                </a:path>
              </a:pathLst>
            </a:custGeom>
            <a:blipFill rotWithShape="0">
              <a:blip r:embed="rId2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4" name="TextBox 123"/>
            <p:cNvSpPr/>
            <p:nvPr/>
          </p:nvSpPr>
          <p:spPr>
            <a:xfrm>
              <a:off x="12698280" y="2824560"/>
              <a:ext cx="133704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…</a:t>
              </a:r>
              <a:r>
                <a:rPr b="1" lang="en-US" sz="143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.</a:t>
              </a:r>
              <a:endParaRPr b="0" lang="vi-VN" sz="1430" spc="-1" strike="noStrike">
                <a:latin typeface="Noto Sans CJK SC"/>
              </a:endParaRPr>
            </a:p>
          </p:txBody>
        </p:sp>
      </p:grpSp>
      <p:grpSp>
        <p:nvGrpSpPr>
          <p:cNvPr id="525" name="Group 124"/>
          <p:cNvGrpSpPr/>
          <p:nvPr/>
        </p:nvGrpSpPr>
        <p:grpSpPr>
          <a:xfrm>
            <a:off x="8970480" y="4224600"/>
            <a:ext cx="2844360" cy="493200"/>
            <a:chOff x="8970480" y="4224600"/>
            <a:chExt cx="2844360" cy="493200"/>
          </a:xfrm>
        </p:grpSpPr>
        <p:sp>
          <p:nvSpPr>
            <p:cNvPr id="526" name="Freeform 125"/>
            <p:cNvSpPr/>
            <p:nvPr/>
          </p:nvSpPr>
          <p:spPr>
            <a:xfrm>
              <a:off x="8970480" y="4224600"/>
              <a:ext cx="2844360" cy="493200"/>
            </a:xfrm>
            <a:custGeom>
              <a:avLst/>
              <a:gdLst/>
              <a:ahLst/>
              <a:rect l="l" t="t" r="r" b="b"/>
              <a:pathLst>
                <a:path w="3793109" h="658114">
                  <a:moveTo>
                    <a:pt x="0" y="329057"/>
                  </a:moveTo>
                  <a:cubicBezTo>
                    <a:pt x="0" y="147320"/>
                    <a:pt x="147320" y="0"/>
                    <a:pt x="329057" y="0"/>
                  </a:cubicBezTo>
                  <a:lnTo>
                    <a:pt x="3464052" y="0"/>
                  </a:lnTo>
                  <a:cubicBezTo>
                    <a:pt x="3645789" y="0"/>
                    <a:pt x="3793109" y="147320"/>
                    <a:pt x="3793109" y="329057"/>
                  </a:cubicBezTo>
                  <a:cubicBezTo>
                    <a:pt x="3793109" y="510794"/>
                    <a:pt x="3645789" y="658114"/>
                    <a:pt x="3464052" y="658114"/>
                  </a:cubicBezTo>
                  <a:lnTo>
                    <a:pt x="329057" y="658114"/>
                  </a:lnTo>
                  <a:cubicBezTo>
                    <a:pt x="147320" y="658241"/>
                    <a:pt x="0" y="510794"/>
                    <a:pt x="0" y="329057"/>
                  </a:cubicBezTo>
                  <a:close/>
                </a:path>
              </a:pathLst>
            </a:custGeom>
            <a:solidFill>
              <a:srgbClr val="ffffff">
                <a:alpha val="8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27" name="Group 126"/>
          <p:cNvGrpSpPr/>
          <p:nvPr/>
        </p:nvGrpSpPr>
        <p:grpSpPr>
          <a:xfrm>
            <a:off x="8831160" y="4196160"/>
            <a:ext cx="3134880" cy="522000"/>
            <a:chOff x="8831160" y="4196160"/>
            <a:chExt cx="3134880" cy="522000"/>
          </a:xfrm>
        </p:grpSpPr>
        <p:sp>
          <p:nvSpPr>
            <p:cNvPr id="528" name="Freeform 127"/>
            <p:cNvSpPr/>
            <p:nvPr/>
          </p:nvSpPr>
          <p:spPr>
            <a:xfrm>
              <a:off x="8831160" y="4224600"/>
              <a:ext cx="3134880" cy="493200"/>
            </a:xfrm>
            <a:custGeom>
              <a:avLst/>
              <a:gdLst/>
              <a:ahLst/>
              <a:rect l="l" t="t" r="r" b="b"/>
              <a:pathLst>
                <a:path w="4180200" h="658200">
                  <a:moveTo>
                    <a:pt x="0" y="0"/>
                  </a:moveTo>
                  <a:lnTo>
                    <a:pt x="4180200" y="0"/>
                  </a:lnTo>
                  <a:lnTo>
                    <a:pt x="4180200" y="658200"/>
                  </a:lnTo>
                  <a:lnTo>
                    <a:pt x="0" y="658200"/>
                  </a:lnTo>
                  <a:close/>
                </a:path>
              </a:pathLst>
            </a:custGeom>
            <a:blipFill rotWithShape="0">
              <a:blip r:embed="rId2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29" name="TextBox 128"/>
            <p:cNvSpPr/>
            <p:nvPr/>
          </p:nvSpPr>
          <p:spPr>
            <a:xfrm>
              <a:off x="8831160" y="4196160"/>
              <a:ext cx="313488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709"/>
                </a:lnSpc>
                <a:buNone/>
              </a:pPr>
              <a:r>
                <a:rPr b="1" lang="en-US" sz="1430" spc="-1" strike="noStrike">
                  <a:solidFill>
                    <a:srgbClr val="7662f5"/>
                  </a:solidFill>
                  <a:latin typeface="Calibri (MS) Bold"/>
                  <a:ea typeface="Calibri (MS) Bold"/>
                </a:rPr>
                <a:t>AIWeeklyReviewViewModel</a:t>
              </a:r>
              <a:endParaRPr b="0" lang="vi-VN" sz="1430" spc="-1" strike="noStrike">
                <a:latin typeface="Noto Sans CJK SC"/>
              </a:endParaRPr>
            </a:p>
          </p:txBody>
        </p:sp>
      </p:grpSp>
    </p:spTree>
  </p:cSld>
  <p:transition>
    <p:wipe dir="l"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30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531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32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533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34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535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6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04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537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538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39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Mô hình dữ liệu — Room Database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540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541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2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543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544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45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7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546" name="Group 18"/>
          <p:cNvGrpSpPr/>
          <p:nvPr/>
        </p:nvGrpSpPr>
        <p:grpSpPr>
          <a:xfrm>
            <a:off x="740160" y="2523240"/>
            <a:ext cx="3525840" cy="2154240"/>
            <a:chOff x="740160" y="2523240"/>
            <a:chExt cx="3525840" cy="2154240"/>
          </a:xfrm>
        </p:grpSpPr>
        <p:sp>
          <p:nvSpPr>
            <p:cNvPr id="547" name="Freeform 19"/>
            <p:cNvSpPr/>
            <p:nvPr/>
          </p:nvSpPr>
          <p:spPr>
            <a:xfrm>
              <a:off x="740160" y="2523240"/>
              <a:ext cx="3525840" cy="2154240"/>
            </a:xfrm>
            <a:custGeom>
              <a:avLst/>
              <a:gdLst/>
              <a:ahLst/>
              <a:rect l="l" t="t" r="r" b="b"/>
              <a:pathLst>
                <a:path w="4701540" h="2872740">
                  <a:moveTo>
                    <a:pt x="0" y="185293"/>
                  </a:moveTo>
                  <a:cubicBezTo>
                    <a:pt x="0" y="82931"/>
                    <a:pt x="82931" y="0"/>
                    <a:pt x="185293" y="0"/>
                  </a:cubicBezTo>
                  <a:lnTo>
                    <a:pt x="4516247" y="0"/>
                  </a:lnTo>
                  <a:cubicBezTo>
                    <a:pt x="4618609" y="0"/>
                    <a:pt x="4701540" y="82931"/>
                    <a:pt x="4701540" y="185293"/>
                  </a:cubicBezTo>
                  <a:lnTo>
                    <a:pt x="4701540" y="2687447"/>
                  </a:lnTo>
                  <a:cubicBezTo>
                    <a:pt x="4701540" y="2789809"/>
                    <a:pt x="4618609" y="2872740"/>
                    <a:pt x="4516247" y="2872740"/>
                  </a:cubicBezTo>
                  <a:lnTo>
                    <a:pt x="185293" y="2872740"/>
                  </a:lnTo>
                  <a:cubicBezTo>
                    <a:pt x="82931" y="2872740"/>
                    <a:pt x="0" y="2789809"/>
                    <a:pt x="0" y="2687447"/>
                  </a:cubicBez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4285f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48" name="Group 20"/>
          <p:cNvGrpSpPr/>
          <p:nvPr/>
        </p:nvGrpSpPr>
        <p:grpSpPr>
          <a:xfrm>
            <a:off x="754560" y="2537640"/>
            <a:ext cx="3497400" cy="465840"/>
            <a:chOff x="754560" y="2537640"/>
            <a:chExt cx="3497400" cy="465840"/>
          </a:xfrm>
        </p:grpSpPr>
        <p:sp>
          <p:nvSpPr>
            <p:cNvPr id="549" name="Freeform 21"/>
            <p:cNvSpPr/>
            <p:nvPr/>
          </p:nvSpPr>
          <p:spPr>
            <a:xfrm>
              <a:off x="754560" y="2537640"/>
              <a:ext cx="3497400" cy="465840"/>
            </a:xfrm>
            <a:custGeom>
              <a:avLst/>
              <a:gdLst/>
              <a:ahLst/>
              <a:rect l="l" t="t" r="r" b="b"/>
              <a:pathLst>
                <a:path w="4663440" h="62179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"/>
                  </a:lnTo>
                  <a:cubicBezTo>
                    <a:pt x="4663440" y="539877"/>
                    <a:pt x="4581525" y="621792"/>
                    <a:pt x="448056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4285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50" name="Group 22"/>
          <p:cNvGrpSpPr/>
          <p:nvPr/>
        </p:nvGrpSpPr>
        <p:grpSpPr>
          <a:xfrm>
            <a:off x="754560" y="2770560"/>
            <a:ext cx="3497400" cy="232920"/>
            <a:chOff x="754560" y="2770560"/>
            <a:chExt cx="3497400" cy="232920"/>
          </a:xfrm>
        </p:grpSpPr>
        <p:sp>
          <p:nvSpPr>
            <p:cNvPr id="551" name="Freeform 23"/>
            <p:cNvSpPr/>
            <p:nvPr/>
          </p:nvSpPr>
          <p:spPr>
            <a:xfrm>
              <a:off x="754560" y="2770560"/>
              <a:ext cx="3497400" cy="232920"/>
            </a:xfrm>
            <a:custGeom>
              <a:avLst/>
              <a:gdLst/>
              <a:ahLst/>
              <a:rect l="l" t="t" r="r" b="b"/>
              <a:pathLst>
                <a:path w="4663440" h="310896">
                  <a:moveTo>
                    <a:pt x="0" y="0"/>
                  </a:moveTo>
                  <a:lnTo>
                    <a:pt x="4663440" y="0"/>
                  </a:lnTo>
                  <a:lnTo>
                    <a:pt x="466344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4285f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52" name="Group 24"/>
          <p:cNvGrpSpPr/>
          <p:nvPr/>
        </p:nvGrpSpPr>
        <p:grpSpPr>
          <a:xfrm>
            <a:off x="891720" y="2523240"/>
            <a:ext cx="3223080" cy="480240"/>
            <a:chOff x="891720" y="2523240"/>
            <a:chExt cx="3223080" cy="480240"/>
          </a:xfrm>
        </p:grpSpPr>
        <p:sp>
          <p:nvSpPr>
            <p:cNvPr id="553" name="Freeform 25"/>
            <p:cNvSpPr/>
            <p:nvPr/>
          </p:nvSpPr>
          <p:spPr>
            <a:xfrm>
              <a:off x="891720" y="2537640"/>
              <a:ext cx="3223080" cy="465840"/>
            </a:xfrm>
            <a:custGeom>
              <a:avLst/>
              <a:gdLst/>
              <a:ahLst/>
              <a:rect l="l" t="t" r="r" b="b"/>
              <a:pathLst>
                <a:path w="4297680" h="621792">
                  <a:moveTo>
                    <a:pt x="0" y="0"/>
                  </a:moveTo>
                  <a:lnTo>
                    <a:pt x="4297680" y="0"/>
                  </a:lnTo>
                  <a:lnTo>
                    <a:pt x="42976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54" name="TextBox 26"/>
            <p:cNvSpPr/>
            <p:nvPr/>
          </p:nvSpPr>
          <p:spPr>
            <a:xfrm>
              <a:off x="891720" y="2523240"/>
              <a:ext cx="3223080" cy="48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88"/>
                </a:lnSpc>
                <a:buNone/>
              </a:pPr>
              <a:r>
                <a:rPr b="1" lang="en-US" sz="158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BoardEntity (Danh mục)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sp>
        <p:nvSpPr>
          <p:cNvPr id="555" name="TextBox 27"/>
          <p:cNvSpPr/>
          <p:nvPr/>
        </p:nvSpPr>
        <p:spPr>
          <a:xfrm>
            <a:off x="1010520" y="3074760"/>
            <a:ext cx="29851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id, name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colorHex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isVisible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sortOrder</a:t>
            </a:r>
            <a:endParaRPr b="0" lang="vi-VN" sz="1240" spc="-1" strike="noStrike">
              <a:latin typeface="Noto Sans CJK SC"/>
            </a:endParaRPr>
          </a:p>
        </p:txBody>
      </p:sp>
      <p:grpSp>
        <p:nvGrpSpPr>
          <p:cNvPr id="556" name="Group 28"/>
          <p:cNvGrpSpPr/>
          <p:nvPr/>
        </p:nvGrpSpPr>
        <p:grpSpPr>
          <a:xfrm>
            <a:off x="5197680" y="2386080"/>
            <a:ext cx="4211640" cy="3251520"/>
            <a:chOff x="5197680" y="2386080"/>
            <a:chExt cx="4211640" cy="3251520"/>
          </a:xfrm>
        </p:grpSpPr>
        <p:sp>
          <p:nvSpPr>
            <p:cNvPr id="557" name="Freeform 29"/>
            <p:cNvSpPr/>
            <p:nvPr/>
          </p:nvSpPr>
          <p:spPr>
            <a:xfrm>
              <a:off x="5197680" y="2386080"/>
              <a:ext cx="4211640" cy="3251520"/>
            </a:xfrm>
            <a:custGeom>
              <a:avLst/>
              <a:gdLst/>
              <a:ahLst/>
              <a:rect l="l" t="t" r="r" b="b"/>
              <a:pathLst>
                <a:path w="5615940" h="4335780">
                  <a:moveTo>
                    <a:pt x="0" y="184531"/>
                  </a:moveTo>
                  <a:cubicBezTo>
                    <a:pt x="0" y="82550"/>
                    <a:pt x="82550" y="0"/>
                    <a:pt x="184531" y="0"/>
                  </a:cubicBezTo>
                  <a:lnTo>
                    <a:pt x="5431409" y="0"/>
                  </a:lnTo>
                  <a:cubicBezTo>
                    <a:pt x="5533263" y="0"/>
                    <a:pt x="5615940" y="82550"/>
                    <a:pt x="5615940" y="184531"/>
                  </a:cubicBezTo>
                  <a:lnTo>
                    <a:pt x="5615940" y="4151249"/>
                  </a:lnTo>
                  <a:cubicBezTo>
                    <a:pt x="5615940" y="4253103"/>
                    <a:pt x="5533390" y="4335780"/>
                    <a:pt x="5431409" y="4335780"/>
                  </a:cubicBezTo>
                  <a:lnTo>
                    <a:pt x="184531" y="4335780"/>
                  </a:lnTo>
                  <a:cubicBezTo>
                    <a:pt x="82550" y="4335780"/>
                    <a:pt x="0" y="4253230"/>
                    <a:pt x="0" y="4151249"/>
                  </a:cubicBez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5b42f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58" name="Group 30"/>
          <p:cNvGrpSpPr/>
          <p:nvPr/>
        </p:nvGrpSpPr>
        <p:grpSpPr>
          <a:xfrm>
            <a:off x="5212080" y="2400480"/>
            <a:ext cx="4183200" cy="465840"/>
            <a:chOff x="5212080" y="2400480"/>
            <a:chExt cx="4183200" cy="465840"/>
          </a:xfrm>
        </p:grpSpPr>
        <p:sp>
          <p:nvSpPr>
            <p:cNvPr id="559" name="Freeform 31"/>
            <p:cNvSpPr/>
            <p:nvPr/>
          </p:nvSpPr>
          <p:spPr>
            <a:xfrm>
              <a:off x="5212080" y="2400480"/>
              <a:ext cx="4183200" cy="465840"/>
            </a:xfrm>
            <a:custGeom>
              <a:avLst/>
              <a:gdLst/>
              <a:ahLst/>
              <a:rect l="l" t="t" r="r" b="b"/>
              <a:pathLst>
                <a:path w="5577840" h="62179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394960" y="0"/>
                  </a:lnTo>
                  <a:cubicBezTo>
                    <a:pt x="5495925" y="0"/>
                    <a:pt x="5577840" y="81915"/>
                    <a:pt x="5577840" y="182880"/>
                  </a:cubicBezTo>
                  <a:lnTo>
                    <a:pt x="5577840" y="438912"/>
                  </a:lnTo>
                  <a:cubicBezTo>
                    <a:pt x="5577840" y="539877"/>
                    <a:pt x="5495925" y="621792"/>
                    <a:pt x="539496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0" name="Group 32"/>
          <p:cNvGrpSpPr/>
          <p:nvPr/>
        </p:nvGrpSpPr>
        <p:grpSpPr>
          <a:xfrm>
            <a:off x="5212080" y="2633400"/>
            <a:ext cx="4183200" cy="232920"/>
            <a:chOff x="5212080" y="2633400"/>
            <a:chExt cx="4183200" cy="232920"/>
          </a:xfrm>
        </p:grpSpPr>
        <p:sp>
          <p:nvSpPr>
            <p:cNvPr id="561" name="Freeform 33"/>
            <p:cNvSpPr/>
            <p:nvPr/>
          </p:nvSpPr>
          <p:spPr>
            <a:xfrm>
              <a:off x="5212080" y="2633400"/>
              <a:ext cx="4183200" cy="232920"/>
            </a:xfrm>
            <a:custGeom>
              <a:avLst/>
              <a:gdLst/>
              <a:ahLst/>
              <a:rect l="l" t="t" r="r" b="b"/>
              <a:pathLst>
                <a:path w="5577840" h="310896">
                  <a:moveTo>
                    <a:pt x="0" y="0"/>
                  </a:moveTo>
                  <a:lnTo>
                    <a:pt x="5577840" y="0"/>
                  </a:lnTo>
                  <a:lnTo>
                    <a:pt x="557784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2" name="Group 34"/>
          <p:cNvGrpSpPr/>
          <p:nvPr/>
        </p:nvGrpSpPr>
        <p:grpSpPr>
          <a:xfrm>
            <a:off x="5349240" y="2386080"/>
            <a:ext cx="3908880" cy="480240"/>
            <a:chOff x="5349240" y="2386080"/>
            <a:chExt cx="3908880" cy="480240"/>
          </a:xfrm>
        </p:grpSpPr>
        <p:sp>
          <p:nvSpPr>
            <p:cNvPr id="563" name="Freeform 35"/>
            <p:cNvSpPr/>
            <p:nvPr/>
          </p:nvSpPr>
          <p:spPr>
            <a:xfrm>
              <a:off x="5349240" y="2400480"/>
              <a:ext cx="3908880" cy="465840"/>
            </a:xfrm>
            <a:custGeom>
              <a:avLst/>
              <a:gdLst/>
              <a:ahLst/>
              <a:rect l="l" t="t" r="r" b="b"/>
              <a:pathLst>
                <a:path w="5212080" h="621792">
                  <a:moveTo>
                    <a:pt x="0" y="0"/>
                  </a:moveTo>
                  <a:lnTo>
                    <a:pt x="5212080" y="0"/>
                  </a:lnTo>
                  <a:lnTo>
                    <a:pt x="52120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64" name="TextBox 36"/>
            <p:cNvSpPr/>
            <p:nvPr/>
          </p:nvSpPr>
          <p:spPr>
            <a:xfrm>
              <a:off x="5349240" y="2386080"/>
              <a:ext cx="3908880" cy="48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88"/>
                </a:lnSpc>
                <a:buNone/>
              </a:pPr>
              <a:r>
                <a:rPr b="1" lang="en-US" sz="158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EventEntity (Sự kiện)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sp>
        <p:nvSpPr>
          <p:cNvPr id="565" name="TextBox 37"/>
          <p:cNvSpPr/>
          <p:nvPr/>
        </p:nvSpPr>
        <p:spPr>
          <a:xfrm>
            <a:off x="5468040" y="2937600"/>
            <a:ext cx="3670920" cy="959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id, title, boardId (FK)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startDate, startTime, endTime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repeatRule (NONE/DAILY/…)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isCompleted, hasReminder</a:t>
            </a:r>
            <a:endParaRPr b="0" lang="vi-VN" sz="1240" spc="-1" strike="noStrike">
              <a:latin typeface="Noto Sans CJK SC"/>
            </a:endParaRPr>
          </a:p>
        </p:txBody>
      </p:sp>
      <p:grpSp>
        <p:nvGrpSpPr>
          <p:cNvPr id="566" name="Group 38"/>
          <p:cNvGrpSpPr/>
          <p:nvPr/>
        </p:nvGrpSpPr>
        <p:grpSpPr>
          <a:xfrm>
            <a:off x="10341360" y="2180160"/>
            <a:ext cx="3525840" cy="1948320"/>
            <a:chOff x="10341360" y="2180160"/>
            <a:chExt cx="3525840" cy="1948320"/>
          </a:xfrm>
        </p:grpSpPr>
        <p:sp>
          <p:nvSpPr>
            <p:cNvPr id="567" name="Freeform 39"/>
            <p:cNvSpPr/>
            <p:nvPr/>
          </p:nvSpPr>
          <p:spPr>
            <a:xfrm>
              <a:off x="10341360" y="2180160"/>
              <a:ext cx="3525840" cy="1948320"/>
            </a:xfrm>
            <a:custGeom>
              <a:avLst/>
              <a:gdLst/>
              <a:ahLst/>
              <a:rect l="l" t="t" r="r" b="b"/>
              <a:pathLst>
                <a:path w="4701540" h="259842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4515993" y="0"/>
                  </a:lnTo>
                  <a:cubicBezTo>
                    <a:pt x="4618482" y="0"/>
                    <a:pt x="4701540" y="83058"/>
                    <a:pt x="4701540" y="185547"/>
                  </a:cubicBezTo>
                  <a:lnTo>
                    <a:pt x="4701540" y="2412873"/>
                  </a:lnTo>
                  <a:cubicBezTo>
                    <a:pt x="4701540" y="2515362"/>
                    <a:pt x="4618482" y="2598420"/>
                    <a:pt x="4515993" y="2598420"/>
                  </a:cubicBezTo>
                  <a:lnTo>
                    <a:pt x="185547" y="2598420"/>
                  </a:lnTo>
                  <a:cubicBezTo>
                    <a:pt x="83058" y="2598420"/>
                    <a:pt x="0" y="2515362"/>
                    <a:pt x="0" y="2412873"/>
                  </a:cubicBez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f9ab00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68" name="Group 40"/>
          <p:cNvGrpSpPr/>
          <p:nvPr/>
        </p:nvGrpSpPr>
        <p:grpSpPr>
          <a:xfrm>
            <a:off x="10355760" y="2194560"/>
            <a:ext cx="3497400" cy="465840"/>
            <a:chOff x="10355760" y="2194560"/>
            <a:chExt cx="3497400" cy="465840"/>
          </a:xfrm>
        </p:grpSpPr>
        <p:sp>
          <p:nvSpPr>
            <p:cNvPr id="569" name="Freeform 41"/>
            <p:cNvSpPr/>
            <p:nvPr/>
          </p:nvSpPr>
          <p:spPr>
            <a:xfrm>
              <a:off x="10355760" y="2194560"/>
              <a:ext cx="3497400" cy="465840"/>
            </a:xfrm>
            <a:custGeom>
              <a:avLst/>
              <a:gdLst/>
              <a:ahLst/>
              <a:rect l="l" t="t" r="r" b="b"/>
              <a:pathLst>
                <a:path w="4663440" h="62179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"/>
                  </a:lnTo>
                  <a:cubicBezTo>
                    <a:pt x="4663440" y="539877"/>
                    <a:pt x="4581525" y="621792"/>
                    <a:pt x="448056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0" name="Group 42"/>
          <p:cNvGrpSpPr/>
          <p:nvPr/>
        </p:nvGrpSpPr>
        <p:grpSpPr>
          <a:xfrm>
            <a:off x="10355760" y="2427840"/>
            <a:ext cx="3497400" cy="232920"/>
            <a:chOff x="10355760" y="2427840"/>
            <a:chExt cx="3497400" cy="232920"/>
          </a:xfrm>
        </p:grpSpPr>
        <p:sp>
          <p:nvSpPr>
            <p:cNvPr id="571" name="Freeform 43"/>
            <p:cNvSpPr/>
            <p:nvPr/>
          </p:nvSpPr>
          <p:spPr>
            <a:xfrm>
              <a:off x="10355760" y="2427840"/>
              <a:ext cx="3497400" cy="232920"/>
            </a:xfrm>
            <a:custGeom>
              <a:avLst/>
              <a:gdLst/>
              <a:ahLst/>
              <a:rect l="l" t="t" r="r" b="b"/>
              <a:pathLst>
                <a:path w="4663440" h="310896">
                  <a:moveTo>
                    <a:pt x="0" y="0"/>
                  </a:moveTo>
                  <a:lnTo>
                    <a:pt x="4663440" y="0"/>
                  </a:lnTo>
                  <a:lnTo>
                    <a:pt x="466344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2" name="Group 44"/>
          <p:cNvGrpSpPr/>
          <p:nvPr/>
        </p:nvGrpSpPr>
        <p:grpSpPr>
          <a:xfrm>
            <a:off x="10492920" y="2180160"/>
            <a:ext cx="3223080" cy="480240"/>
            <a:chOff x="10492920" y="2180160"/>
            <a:chExt cx="3223080" cy="480240"/>
          </a:xfrm>
        </p:grpSpPr>
        <p:sp>
          <p:nvSpPr>
            <p:cNvPr id="573" name="Freeform 45"/>
            <p:cNvSpPr/>
            <p:nvPr/>
          </p:nvSpPr>
          <p:spPr>
            <a:xfrm>
              <a:off x="10492920" y="2194560"/>
              <a:ext cx="3223080" cy="465840"/>
            </a:xfrm>
            <a:custGeom>
              <a:avLst/>
              <a:gdLst/>
              <a:ahLst/>
              <a:rect l="l" t="t" r="r" b="b"/>
              <a:pathLst>
                <a:path w="4297680" h="621792">
                  <a:moveTo>
                    <a:pt x="0" y="0"/>
                  </a:moveTo>
                  <a:lnTo>
                    <a:pt x="4297680" y="0"/>
                  </a:lnTo>
                  <a:lnTo>
                    <a:pt x="42976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74" name="TextBox 46"/>
            <p:cNvSpPr/>
            <p:nvPr/>
          </p:nvSpPr>
          <p:spPr>
            <a:xfrm>
              <a:off x="10492920" y="2180160"/>
              <a:ext cx="3223080" cy="48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88"/>
                </a:lnSpc>
                <a:buNone/>
              </a:pPr>
              <a:r>
                <a:rPr b="1" lang="en-US" sz="158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ReminderEntity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sp>
        <p:nvSpPr>
          <p:cNvPr id="575" name="TextBox 47"/>
          <p:cNvSpPr/>
          <p:nvPr/>
        </p:nvSpPr>
        <p:spPr>
          <a:xfrm>
            <a:off x="10611720" y="2731680"/>
            <a:ext cx="298512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id, eventId (FK)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remindBeforeMinutes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isTriggered</a:t>
            </a:r>
            <a:endParaRPr b="0" lang="vi-VN" sz="1240" spc="-1" strike="noStrike">
              <a:latin typeface="Noto Sans CJK SC"/>
            </a:endParaRPr>
          </a:p>
        </p:txBody>
      </p:sp>
      <p:grpSp>
        <p:nvGrpSpPr>
          <p:cNvPr id="576" name="Group 48"/>
          <p:cNvGrpSpPr/>
          <p:nvPr/>
        </p:nvGrpSpPr>
        <p:grpSpPr>
          <a:xfrm>
            <a:off x="10341360" y="4580640"/>
            <a:ext cx="3525840" cy="1948320"/>
            <a:chOff x="10341360" y="4580640"/>
            <a:chExt cx="3525840" cy="1948320"/>
          </a:xfrm>
        </p:grpSpPr>
        <p:sp>
          <p:nvSpPr>
            <p:cNvPr id="577" name="Freeform 49"/>
            <p:cNvSpPr/>
            <p:nvPr/>
          </p:nvSpPr>
          <p:spPr>
            <a:xfrm>
              <a:off x="10341360" y="4580640"/>
              <a:ext cx="3525840" cy="1948320"/>
            </a:xfrm>
            <a:custGeom>
              <a:avLst/>
              <a:gdLst/>
              <a:ahLst/>
              <a:rect l="l" t="t" r="r" b="b"/>
              <a:pathLst>
                <a:path w="4701540" h="2598420">
                  <a:moveTo>
                    <a:pt x="0" y="185547"/>
                  </a:moveTo>
                  <a:cubicBezTo>
                    <a:pt x="0" y="83058"/>
                    <a:pt x="83058" y="0"/>
                    <a:pt x="185547" y="0"/>
                  </a:cubicBezTo>
                  <a:lnTo>
                    <a:pt x="4515993" y="0"/>
                  </a:lnTo>
                  <a:cubicBezTo>
                    <a:pt x="4618482" y="0"/>
                    <a:pt x="4701540" y="83058"/>
                    <a:pt x="4701540" y="185547"/>
                  </a:cubicBezTo>
                  <a:lnTo>
                    <a:pt x="4701540" y="2412873"/>
                  </a:lnTo>
                  <a:cubicBezTo>
                    <a:pt x="4701540" y="2515362"/>
                    <a:pt x="4618482" y="2598420"/>
                    <a:pt x="4515993" y="2598420"/>
                  </a:cubicBezTo>
                  <a:lnTo>
                    <a:pt x="185547" y="2598420"/>
                  </a:lnTo>
                  <a:cubicBezTo>
                    <a:pt x="83058" y="2598420"/>
                    <a:pt x="0" y="2515362"/>
                    <a:pt x="0" y="2412873"/>
                  </a:cubicBez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34a85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78" name="Group 50"/>
          <p:cNvGrpSpPr/>
          <p:nvPr/>
        </p:nvGrpSpPr>
        <p:grpSpPr>
          <a:xfrm>
            <a:off x="10355760" y="4595040"/>
            <a:ext cx="3497400" cy="465840"/>
            <a:chOff x="10355760" y="4595040"/>
            <a:chExt cx="3497400" cy="465840"/>
          </a:xfrm>
        </p:grpSpPr>
        <p:sp>
          <p:nvSpPr>
            <p:cNvPr id="579" name="Freeform 51"/>
            <p:cNvSpPr/>
            <p:nvPr/>
          </p:nvSpPr>
          <p:spPr>
            <a:xfrm>
              <a:off x="10355760" y="4595040"/>
              <a:ext cx="3497400" cy="465840"/>
            </a:xfrm>
            <a:custGeom>
              <a:avLst/>
              <a:gdLst/>
              <a:ahLst/>
              <a:rect l="l" t="t" r="r" b="b"/>
              <a:pathLst>
                <a:path w="4663440" h="62179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4480560" y="0"/>
                  </a:lnTo>
                  <a:cubicBezTo>
                    <a:pt x="4581525" y="0"/>
                    <a:pt x="4663440" y="81915"/>
                    <a:pt x="4663440" y="182880"/>
                  </a:cubicBezTo>
                  <a:lnTo>
                    <a:pt x="4663440" y="438912"/>
                  </a:lnTo>
                  <a:cubicBezTo>
                    <a:pt x="4663440" y="539877"/>
                    <a:pt x="4581525" y="621792"/>
                    <a:pt x="448056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34a85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80" name="Group 52"/>
          <p:cNvGrpSpPr/>
          <p:nvPr/>
        </p:nvGrpSpPr>
        <p:grpSpPr>
          <a:xfrm>
            <a:off x="10355760" y="4827960"/>
            <a:ext cx="3497400" cy="232920"/>
            <a:chOff x="10355760" y="4827960"/>
            <a:chExt cx="3497400" cy="232920"/>
          </a:xfrm>
        </p:grpSpPr>
        <p:sp>
          <p:nvSpPr>
            <p:cNvPr id="581" name="Freeform 53"/>
            <p:cNvSpPr/>
            <p:nvPr/>
          </p:nvSpPr>
          <p:spPr>
            <a:xfrm>
              <a:off x="10355760" y="4827960"/>
              <a:ext cx="3497400" cy="232920"/>
            </a:xfrm>
            <a:custGeom>
              <a:avLst/>
              <a:gdLst/>
              <a:ahLst/>
              <a:rect l="l" t="t" r="r" b="b"/>
              <a:pathLst>
                <a:path w="4663440" h="310896">
                  <a:moveTo>
                    <a:pt x="0" y="0"/>
                  </a:moveTo>
                  <a:lnTo>
                    <a:pt x="4663440" y="0"/>
                  </a:lnTo>
                  <a:lnTo>
                    <a:pt x="466344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34a85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582" name="Group 54"/>
          <p:cNvGrpSpPr/>
          <p:nvPr/>
        </p:nvGrpSpPr>
        <p:grpSpPr>
          <a:xfrm>
            <a:off x="10492920" y="4580640"/>
            <a:ext cx="3223080" cy="480240"/>
            <a:chOff x="10492920" y="4580640"/>
            <a:chExt cx="3223080" cy="480240"/>
          </a:xfrm>
        </p:grpSpPr>
        <p:sp>
          <p:nvSpPr>
            <p:cNvPr id="583" name="Freeform 55"/>
            <p:cNvSpPr/>
            <p:nvPr/>
          </p:nvSpPr>
          <p:spPr>
            <a:xfrm>
              <a:off x="10492920" y="4595040"/>
              <a:ext cx="3223080" cy="465840"/>
            </a:xfrm>
            <a:custGeom>
              <a:avLst/>
              <a:gdLst/>
              <a:ahLst/>
              <a:rect l="l" t="t" r="r" b="b"/>
              <a:pathLst>
                <a:path w="4297680" h="621792">
                  <a:moveTo>
                    <a:pt x="0" y="0"/>
                  </a:moveTo>
                  <a:lnTo>
                    <a:pt x="4297680" y="0"/>
                  </a:lnTo>
                  <a:lnTo>
                    <a:pt x="429768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84" name="TextBox 56"/>
            <p:cNvSpPr/>
            <p:nvPr/>
          </p:nvSpPr>
          <p:spPr>
            <a:xfrm>
              <a:off x="10492920" y="4580640"/>
              <a:ext cx="3223080" cy="48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88"/>
                </a:lnSpc>
                <a:buNone/>
              </a:pPr>
              <a:r>
                <a:rPr b="1" lang="en-US" sz="158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EventCompletionEntity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sp>
        <p:nvSpPr>
          <p:cNvPr id="585" name="TextBox 57"/>
          <p:cNvSpPr/>
          <p:nvPr/>
        </p:nvSpPr>
        <p:spPr>
          <a:xfrm>
            <a:off x="10611720" y="5132160"/>
            <a:ext cx="298512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id, eventId (FK)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occurrenceDate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isCompleted (theo từng lần lặp)</a:t>
            </a:r>
            <a:endParaRPr b="0" lang="vi-VN" sz="1240" spc="-1" strike="noStrike">
              <a:latin typeface="Noto Sans CJK SC"/>
            </a:endParaRPr>
          </a:p>
        </p:txBody>
      </p:sp>
      <p:sp>
        <p:nvSpPr>
          <p:cNvPr id="586" name="AutoShape 58"/>
          <p:cNvSpPr/>
          <p:nvPr/>
        </p:nvSpPr>
        <p:spPr>
          <a:xfrm>
            <a:off x="4232880" y="3571560"/>
            <a:ext cx="997920" cy="449640"/>
          </a:xfrm>
          <a:prstGeom prst="line">
            <a:avLst/>
          </a:prstGeom>
          <a:ln cap="rnd" w="19050">
            <a:solidFill>
              <a:srgbClr val="9b90de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587" name="AutoShape 59"/>
          <p:cNvSpPr/>
          <p:nvPr/>
        </p:nvSpPr>
        <p:spPr>
          <a:xfrm flipH="1">
            <a:off x="9376200" y="3125880"/>
            <a:ext cx="998280" cy="315360"/>
          </a:xfrm>
          <a:prstGeom prst="line">
            <a:avLst/>
          </a:prstGeom>
          <a:ln cap="rnd" w="19050">
            <a:solidFill>
              <a:srgbClr val="9b90de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588" name="AutoShape 60"/>
          <p:cNvSpPr/>
          <p:nvPr/>
        </p:nvSpPr>
        <p:spPr>
          <a:xfrm>
            <a:off x="9376200" y="4789080"/>
            <a:ext cx="998280" cy="775080"/>
          </a:xfrm>
          <a:prstGeom prst="line">
            <a:avLst/>
          </a:prstGeom>
          <a:ln cap="rnd" w="19050">
            <a:solidFill>
              <a:srgbClr val="9b90de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589" name="Group 61"/>
          <p:cNvGrpSpPr/>
          <p:nvPr/>
        </p:nvGrpSpPr>
        <p:grpSpPr>
          <a:xfrm>
            <a:off x="4334400" y="3098880"/>
            <a:ext cx="822600" cy="295560"/>
            <a:chOff x="4334400" y="3098880"/>
            <a:chExt cx="822600" cy="295560"/>
          </a:xfrm>
        </p:grpSpPr>
        <p:sp>
          <p:nvSpPr>
            <p:cNvPr id="590" name="Freeform 62"/>
            <p:cNvSpPr/>
            <p:nvPr/>
          </p:nvSpPr>
          <p:spPr>
            <a:xfrm>
              <a:off x="4334400" y="3120480"/>
              <a:ext cx="822600" cy="273960"/>
            </a:xfrm>
            <a:custGeom>
              <a:avLst/>
              <a:gdLst/>
              <a:ahLst/>
              <a:rect l="l" t="t" r="r" b="b"/>
              <a:pathLst>
                <a:path w="1097280" h="365760">
                  <a:moveTo>
                    <a:pt x="0" y="0"/>
                  </a:moveTo>
                  <a:lnTo>
                    <a:pt x="1097280" y="0"/>
                  </a:lnTo>
                  <a:lnTo>
                    <a:pt x="10972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1" name="TextBox 63"/>
            <p:cNvSpPr/>
            <p:nvPr/>
          </p:nvSpPr>
          <p:spPr>
            <a:xfrm>
              <a:off x="4334400" y="3098880"/>
              <a:ext cx="822600" cy="29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i="1" lang="en-US" sz="135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1—N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592" name="Group 64"/>
          <p:cNvGrpSpPr/>
          <p:nvPr/>
        </p:nvGrpSpPr>
        <p:grpSpPr>
          <a:xfrm>
            <a:off x="9477720" y="2930400"/>
            <a:ext cx="822600" cy="295560"/>
            <a:chOff x="9477720" y="2930400"/>
            <a:chExt cx="822600" cy="295560"/>
          </a:xfrm>
        </p:grpSpPr>
        <p:sp>
          <p:nvSpPr>
            <p:cNvPr id="593" name="Freeform 65"/>
            <p:cNvSpPr/>
            <p:nvPr/>
          </p:nvSpPr>
          <p:spPr>
            <a:xfrm>
              <a:off x="9477720" y="2951640"/>
              <a:ext cx="822600" cy="273960"/>
            </a:xfrm>
            <a:custGeom>
              <a:avLst/>
              <a:gdLst/>
              <a:ahLst/>
              <a:rect l="l" t="t" r="r" b="b"/>
              <a:pathLst>
                <a:path w="1097280" h="365760">
                  <a:moveTo>
                    <a:pt x="0" y="0"/>
                  </a:moveTo>
                  <a:lnTo>
                    <a:pt x="1097280" y="0"/>
                  </a:lnTo>
                  <a:lnTo>
                    <a:pt x="10972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4" name="TextBox 66"/>
            <p:cNvSpPr/>
            <p:nvPr/>
          </p:nvSpPr>
          <p:spPr>
            <a:xfrm>
              <a:off x="9477720" y="2930400"/>
              <a:ext cx="822600" cy="29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i="1" lang="en-US" sz="135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1—N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595" name="Group 67"/>
          <p:cNvGrpSpPr/>
          <p:nvPr/>
        </p:nvGrpSpPr>
        <p:grpSpPr>
          <a:xfrm>
            <a:off x="9477720" y="4316400"/>
            <a:ext cx="822600" cy="295560"/>
            <a:chOff x="9477720" y="4316400"/>
            <a:chExt cx="822600" cy="295560"/>
          </a:xfrm>
        </p:grpSpPr>
        <p:sp>
          <p:nvSpPr>
            <p:cNvPr id="596" name="Freeform 68"/>
            <p:cNvSpPr/>
            <p:nvPr/>
          </p:nvSpPr>
          <p:spPr>
            <a:xfrm>
              <a:off x="9477720" y="4337640"/>
              <a:ext cx="822600" cy="273960"/>
            </a:xfrm>
            <a:custGeom>
              <a:avLst/>
              <a:gdLst/>
              <a:ahLst/>
              <a:rect l="l" t="t" r="r" b="b"/>
              <a:pathLst>
                <a:path w="1097280" h="365760">
                  <a:moveTo>
                    <a:pt x="0" y="0"/>
                  </a:moveTo>
                  <a:lnTo>
                    <a:pt x="1097280" y="0"/>
                  </a:lnTo>
                  <a:lnTo>
                    <a:pt x="1097280" y="365760"/>
                  </a:lnTo>
                  <a:lnTo>
                    <a:pt x="0" y="36576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597" name="TextBox 69"/>
            <p:cNvSpPr/>
            <p:nvPr/>
          </p:nvSpPr>
          <p:spPr>
            <a:xfrm>
              <a:off x="9477720" y="4316400"/>
              <a:ext cx="822600" cy="295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i="1" lang="en-US" sz="135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1—N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598" name="Group 70"/>
          <p:cNvGrpSpPr/>
          <p:nvPr/>
        </p:nvGrpSpPr>
        <p:grpSpPr>
          <a:xfrm>
            <a:off x="740160" y="6363720"/>
            <a:ext cx="4005720" cy="1879920"/>
            <a:chOff x="740160" y="6363720"/>
            <a:chExt cx="4005720" cy="1879920"/>
          </a:xfrm>
        </p:grpSpPr>
        <p:sp>
          <p:nvSpPr>
            <p:cNvPr id="599" name="Freeform 71"/>
            <p:cNvSpPr/>
            <p:nvPr/>
          </p:nvSpPr>
          <p:spPr>
            <a:xfrm>
              <a:off x="740160" y="6363720"/>
              <a:ext cx="4005720" cy="1879920"/>
            </a:xfrm>
            <a:custGeom>
              <a:avLst/>
              <a:gdLst/>
              <a:ahLst/>
              <a:rect l="l" t="t" r="r" b="b"/>
              <a:pathLst>
                <a:path w="5341620" h="250698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5155946" y="0"/>
                  </a:lnTo>
                  <a:cubicBezTo>
                    <a:pt x="5258562" y="0"/>
                    <a:pt x="5341620" y="83185"/>
                    <a:pt x="5341620" y="185674"/>
                  </a:cubicBezTo>
                  <a:lnTo>
                    <a:pt x="5341620" y="2321306"/>
                  </a:lnTo>
                  <a:cubicBezTo>
                    <a:pt x="5341620" y="2423922"/>
                    <a:pt x="5258435" y="2506980"/>
                    <a:pt x="5155946" y="2506980"/>
                  </a:cubicBezTo>
                  <a:lnTo>
                    <a:pt x="185674" y="2506980"/>
                  </a:lnTo>
                  <a:cubicBezTo>
                    <a:pt x="83185" y="2506980"/>
                    <a:pt x="0" y="2423795"/>
                    <a:pt x="0" y="2321306"/>
                  </a:cubicBez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dc2626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00" name="Group 72"/>
          <p:cNvGrpSpPr/>
          <p:nvPr/>
        </p:nvGrpSpPr>
        <p:grpSpPr>
          <a:xfrm>
            <a:off x="754560" y="6378120"/>
            <a:ext cx="3977280" cy="465840"/>
            <a:chOff x="754560" y="6378120"/>
            <a:chExt cx="3977280" cy="465840"/>
          </a:xfrm>
        </p:grpSpPr>
        <p:sp>
          <p:nvSpPr>
            <p:cNvPr id="601" name="Freeform 73"/>
            <p:cNvSpPr/>
            <p:nvPr/>
          </p:nvSpPr>
          <p:spPr>
            <a:xfrm>
              <a:off x="754560" y="6378120"/>
              <a:ext cx="3977280" cy="465840"/>
            </a:xfrm>
            <a:custGeom>
              <a:avLst/>
              <a:gdLst/>
              <a:ahLst/>
              <a:rect l="l" t="t" r="r" b="b"/>
              <a:pathLst>
                <a:path w="5303520" h="62179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120640" y="0"/>
                  </a:lnTo>
                  <a:cubicBezTo>
                    <a:pt x="5221605" y="0"/>
                    <a:pt x="5303520" y="81915"/>
                    <a:pt x="5303520" y="182880"/>
                  </a:cubicBezTo>
                  <a:lnTo>
                    <a:pt x="5303520" y="438912"/>
                  </a:lnTo>
                  <a:cubicBezTo>
                    <a:pt x="5303520" y="539877"/>
                    <a:pt x="5221605" y="621792"/>
                    <a:pt x="512064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dc26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02" name="Group 74"/>
          <p:cNvGrpSpPr/>
          <p:nvPr/>
        </p:nvGrpSpPr>
        <p:grpSpPr>
          <a:xfrm>
            <a:off x="754560" y="6611040"/>
            <a:ext cx="3977280" cy="232920"/>
            <a:chOff x="754560" y="6611040"/>
            <a:chExt cx="3977280" cy="232920"/>
          </a:xfrm>
        </p:grpSpPr>
        <p:sp>
          <p:nvSpPr>
            <p:cNvPr id="603" name="Freeform 75"/>
            <p:cNvSpPr/>
            <p:nvPr/>
          </p:nvSpPr>
          <p:spPr>
            <a:xfrm>
              <a:off x="754560" y="6611040"/>
              <a:ext cx="3977280" cy="232920"/>
            </a:xfrm>
            <a:custGeom>
              <a:avLst/>
              <a:gdLst/>
              <a:ahLst/>
              <a:rect l="l" t="t" r="r" b="b"/>
              <a:pathLst>
                <a:path w="5303520" h="310896">
                  <a:moveTo>
                    <a:pt x="0" y="0"/>
                  </a:moveTo>
                  <a:lnTo>
                    <a:pt x="5303520" y="0"/>
                  </a:lnTo>
                  <a:lnTo>
                    <a:pt x="530352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dc26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04" name="Group 76"/>
          <p:cNvGrpSpPr/>
          <p:nvPr/>
        </p:nvGrpSpPr>
        <p:grpSpPr>
          <a:xfrm>
            <a:off x="891720" y="6363720"/>
            <a:ext cx="3702960" cy="480240"/>
            <a:chOff x="891720" y="6363720"/>
            <a:chExt cx="3702960" cy="480240"/>
          </a:xfrm>
        </p:grpSpPr>
        <p:sp>
          <p:nvSpPr>
            <p:cNvPr id="605" name="Freeform 77"/>
            <p:cNvSpPr/>
            <p:nvPr/>
          </p:nvSpPr>
          <p:spPr>
            <a:xfrm>
              <a:off x="891720" y="6378120"/>
              <a:ext cx="3702960" cy="465840"/>
            </a:xfrm>
            <a:custGeom>
              <a:avLst/>
              <a:gdLst/>
              <a:ahLst/>
              <a:rect l="l" t="t" r="r" b="b"/>
              <a:pathLst>
                <a:path w="4937760" h="621792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06" name="TextBox 78"/>
            <p:cNvSpPr/>
            <p:nvPr/>
          </p:nvSpPr>
          <p:spPr>
            <a:xfrm>
              <a:off x="891720" y="6363720"/>
              <a:ext cx="3702960" cy="48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88"/>
                </a:lnSpc>
                <a:buNone/>
              </a:pPr>
              <a:r>
                <a:rPr b="1" lang="en-US" sz="158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HolidayEntity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sp>
        <p:nvSpPr>
          <p:cNvPr id="607" name="TextBox 79"/>
          <p:cNvSpPr/>
          <p:nvPr/>
        </p:nvSpPr>
        <p:spPr>
          <a:xfrm>
            <a:off x="1010520" y="6915240"/>
            <a:ext cx="34653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date, name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isLunarBased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nguồn: date.nager.at</a:t>
            </a:r>
            <a:endParaRPr b="0" lang="vi-VN" sz="1240" spc="-1" strike="noStrike">
              <a:latin typeface="Noto Sans CJK SC"/>
            </a:endParaRPr>
          </a:p>
        </p:txBody>
      </p:sp>
      <p:grpSp>
        <p:nvGrpSpPr>
          <p:cNvPr id="608" name="Group 80"/>
          <p:cNvGrpSpPr/>
          <p:nvPr/>
        </p:nvGrpSpPr>
        <p:grpSpPr>
          <a:xfrm>
            <a:off x="5060520" y="6363720"/>
            <a:ext cx="4005720" cy="1879920"/>
            <a:chOff x="5060520" y="6363720"/>
            <a:chExt cx="4005720" cy="1879920"/>
          </a:xfrm>
        </p:grpSpPr>
        <p:sp>
          <p:nvSpPr>
            <p:cNvPr id="609" name="Freeform 81"/>
            <p:cNvSpPr/>
            <p:nvPr/>
          </p:nvSpPr>
          <p:spPr>
            <a:xfrm>
              <a:off x="5060520" y="6363720"/>
              <a:ext cx="4005720" cy="1879920"/>
            </a:xfrm>
            <a:custGeom>
              <a:avLst/>
              <a:gdLst/>
              <a:ahLst/>
              <a:rect l="l" t="t" r="r" b="b"/>
              <a:pathLst>
                <a:path w="5341620" h="2506980">
                  <a:moveTo>
                    <a:pt x="0" y="185674"/>
                  </a:moveTo>
                  <a:cubicBezTo>
                    <a:pt x="0" y="83185"/>
                    <a:pt x="83185" y="0"/>
                    <a:pt x="185674" y="0"/>
                  </a:cubicBezTo>
                  <a:lnTo>
                    <a:pt x="5155946" y="0"/>
                  </a:lnTo>
                  <a:cubicBezTo>
                    <a:pt x="5258562" y="0"/>
                    <a:pt x="5341620" y="83185"/>
                    <a:pt x="5341620" y="185674"/>
                  </a:cubicBezTo>
                  <a:lnTo>
                    <a:pt x="5341620" y="2321306"/>
                  </a:lnTo>
                  <a:cubicBezTo>
                    <a:pt x="5341620" y="2423922"/>
                    <a:pt x="5258435" y="2506980"/>
                    <a:pt x="5155946" y="2506980"/>
                  </a:cubicBezTo>
                  <a:lnTo>
                    <a:pt x="185674" y="2506980"/>
                  </a:lnTo>
                  <a:cubicBezTo>
                    <a:pt x="83185" y="2506980"/>
                    <a:pt x="0" y="2423795"/>
                    <a:pt x="0" y="2321306"/>
                  </a:cubicBezTo>
                  <a:close/>
                </a:path>
              </a:pathLst>
            </a:custGeom>
            <a:solidFill>
              <a:srgbClr val="ffffff"/>
            </a:solidFill>
            <a:ln cap="sq" w="28575">
              <a:solidFill>
                <a:srgbClr val="06b6d4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10" name="Group 82"/>
          <p:cNvGrpSpPr/>
          <p:nvPr/>
        </p:nvGrpSpPr>
        <p:grpSpPr>
          <a:xfrm>
            <a:off x="5074920" y="6378120"/>
            <a:ext cx="3977280" cy="465840"/>
            <a:chOff x="5074920" y="6378120"/>
            <a:chExt cx="3977280" cy="465840"/>
          </a:xfrm>
        </p:grpSpPr>
        <p:sp>
          <p:nvSpPr>
            <p:cNvPr id="611" name="Freeform 83"/>
            <p:cNvSpPr/>
            <p:nvPr/>
          </p:nvSpPr>
          <p:spPr>
            <a:xfrm>
              <a:off x="5074920" y="6378120"/>
              <a:ext cx="3977280" cy="465840"/>
            </a:xfrm>
            <a:custGeom>
              <a:avLst/>
              <a:gdLst/>
              <a:ahLst/>
              <a:rect l="l" t="t" r="r" b="b"/>
              <a:pathLst>
                <a:path w="5303520" h="621792">
                  <a:moveTo>
                    <a:pt x="0" y="182880"/>
                  </a:moveTo>
                  <a:cubicBezTo>
                    <a:pt x="0" y="81915"/>
                    <a:pt x="81915" y="0"/>
                    <a:pt x="182880" y="0"/>
                  </a:cubicBezTo>
                  <a:lnTo>
                    <a:pt x="5120640" y="0"/>
                  </a:lnTo>
                  <a:cubicBezTo>
                    <a:pt x="5221605" y="0"/>
                    <a:pt x="5303520" y="81915"/>
                    <a:pt x="5303520" y="182880"/>
                  </a:cubicBezTo>
                  <a:lnTo>
                    <a:pt x="5303520" y="438912"/>
                  </a:lnTo>
                  <a:cubicBezTo>
                    <a:pt x="5303520" y="539877"/>
                    <a:pt x="5221605" y="621792"/>
                    <a:pt x="5120640" y="621792"/>
                  </a:cubicBezTo>
                  <a:lnTo>
                    <a:pt x="182880" y="621792"/>
                  </a:lnTo>
                  <a:cubicBezTo>
                    <a:pt x="81915" y="621792"/>
                    <a:pt x="0" y="539877"/>
                    <a:pt x="0" y="438912"/>
                  </a:cubicBezTo>
                  <a:close/>
                </a:path>
              </a:pathLst>
            </a:custGeom>
            <a:solidFill>
              <a:srgbClr val="06b6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12" name="Group 84"/>
          <p:cNvGrpSpPr/>
          <p:nvPr/>
        </p:nvGrpSpPr>
        <p:grpSpPr>
          <a:xfrm>
            <a:off x="5074920" y="6611040"/>
            <a:ext cx="3977280" cy="232920"/>
            <a:chOff x="5074920" y="6611040"/>
            <a:chExt cx="3977280" cy="232920"/>
          </a:xfrm>
        </p:grpSpPr>
        <p:sp>
          <p:nvSpPr>
            <p:cNvPr id="613" name="Freeform 85"/>
            <p:cNvSpPr/>
            <p:nvPr/>
          </p:nvSpPr>
          <p:spPr>
            <a:xfrm>
              <a:off x="5074920" y="6611040"/>
              <a:ext cx="3977280" cy="232920"/>
            </a:xfrm>
            <a:custGeom>
              <a:avLst/>
              <a:gdLst/>
              <a:ahLst/>
              <a:rect l="l" t="t" r="r" b="b"/>
              <a:pathLst>
                <a:path w="5303520" h="310896">
                  <a:moveTo>
                    <a:pt x="0" y="0"/>
                  </a:moveTo>
                  <a:lnTo>
                    <a:pt x="5303520" y="0"/>
                  </a:lnTo>
                  <a:lnTo>
                    <a:pt x="5303520" y="310896"/>
                  </a:lnTo>
                  <a:lnTo>
                    <a:pt x="0" y="310896"/>
                  </a:lnTo>
                  <a:close/>
                </a:path>
              </a:pathLst>
            </a:custGeom>
            <a:solidFill>
              <a:srgbClr val="06b6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14" name="Group 86"/>
          <p:cNvGrpSpPr/>
          <p:nvPr/>
        </p:nvGrpSpPr>
        <p:grpSpPr>
          <a:xfrm>
            <a:off x="5212080" y="6363720"/>
            <a:ext cx="3702960" cy="480240"/>
            <a:chOff x="5212080" y="6363720"/>
            <a:chExt cx="3702960" cy="480240"/>
          </a:xfrm>
        </p:grpSpPr>
        <p:sp>
          <p:nvSpPr>
            <p:cNvPr id="615" name="Freeform 87"/>
            <p:cNvSpPr/>
            <p:nvPr/>
          </p:nvSpPr>
          <p:spPr>
            <a:xfrm>
              <a:off x="5212080" y="6378120"/>
              <a:ext cx="3702960" cy="465840"/>
            </a:xfrm>
            <a:custGeom>
              <a:avLst/>
              <a:gdLst/>
              <a:ahLst/>
              <a:rect l="l" t="t" r="r" b="b"/>
              <a:pathLst>
                <a:path w="4937760" h="621792">
                  <a:moveTo>
                    <a:pt x="0" y="0"/>
                  </a:moveTo>
                  <a:lnTo>
                    <a:pt x="4937760" y="0"/>
                  </a:lnTo>
                  <a:lnTo>
                    <a:pt x="4937760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16" name="TextBox 88"/>
            <p:cNvSpPr/>
            <p:nvPr/>
          </p:nvSpPr>
          <p:spPr>
            <a:xfrm>
              <a:off x="5212080" y="6363720"/>
              <a:ext cx="3702960" cy="4802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88"/>
                </a:lnSpc>
                <a:buNone/>
              </a:pPr>
              <a:r>
                <a:rPr b="1" lang="en-US" sz="158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WeatherForecastEntity</a:t>
              </a:r>
              <a:endParaRPr b="0" lang="vi-VN" sz="1580" spc="-1" strike="noStrike">
                <a:latin typeface="Noto Sans CJK SC"/>
              </a:endParaRPr>
            </a:p>
          </p:txBody>
        </p:sp>
      </p:grpSp>
      <p:sp>
        <p:nvSpPr>
          <p:cNvPr id="617" name="TextBox 89"/>
          <p:cNvSpPr/>
          <p:nvPr/>
        </p:nvSpPr>
        <p:spPr>
          <a:xfrm>
            <a:off x="5330880" y="6915240"/>
            <a:ext cx="3465360" cy="719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date, tempMin/Max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weatherEmoji</a:t>
            </a:r>
            <a:endParaRPr b="0" lang="vi-VN" sz="1240" spc="-1" strike="noStrike">
              <a:latin typeface="Noto Sans CJK SC"/>
            </a:endParaRPr>
          </a:p>
          <a:p>
            <a:pPr lvl="1" marL="225360" indent="-112680">
              <a:lnSpc>
                <a:spcPts val="1888"/>
              </a:lnSpc>
              <a:buFont typeface="Arial"/>
              <a:buChar char="•"/>
            </a:pPr>
            <a:r>
              <a:rPr b="0" lang="en-US" sz="1240" spc="-1" strike="noStrike">
                <a:solidFill>
                  <a:srgbClr val="3f3d56"/>
                </a:solidFill>
                <a:latin typeface="Calibri (MS)"/>
                <a:ea typeface="Calibri (MS)"/>
              </a:rPr>
              <a:t>nguồn: Open-Meteo</a:t>
            </a:r>
            <a:endParaRPr b="0" lang="vi-VN" sz="1240" spc="-1" strike="noStrike">
              <a:latin typeface="Noto Sans CJK SC"/>
            </a:endParaRPr>
          </a:p>
        </p:txBody>
      </p:sp>
      <p:grpSp>
        <p:nvGrpSpPr>
          <p:cNvPr id="618" name="Group 90"/>
          <p:cNvGrpSpPr/>
          <p:nvPr/>
        </p:nvGrpSpPr>
        <p:grpSpPr>
          <a:xfrm>
            <a:off x="9464040" y="6926760"/>
            <a:ext cx="767880" cy="767880"/>
            <a:chOff x="9464040" y="6926760"/>
            <a:chExt cx="767880" cy="767880"/>
          </a:xfrm>
        </p:grpSpPr>
        <p:sp>
          <p:nvSpPr>
            <p:cNvPr id="619" name="Freeform 91"/>
            <p:cNvSpPr/>
            <p:nvPr/>
          </p:nvSpPr>
          <p:spPr>
            <a:xfrm>
              <a:off x="9464040" y="6926760"/>
              <a:ext cx="767880" cy="767880"/>
            </a:xfrm>
            <a:custGeom>
              <a:avLst/>
              <a:gdLst/>
              <a:ah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1c14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20" name="Group 92"/>
          <p:cNvGrpSpPr/>
          <p:nvPr/>
        </p:nvGrpSpPr>
        <p:grpSpPr>
          <a:xfrm>
            <a:off x="9642240" y="7104960"/>
            <a:ext cx="411120" cy="411120"/>
            <a:chOff x="9642240" y="7104960"/>
            <a:chExt cx="411120" cy="411120"/>
          </a:xfrm>
        </p:grpSpPr>
        <p:sp>
          <p:nvSpPr>
            <p:cNvPr id="621" name="Freeform 93"/>
            <p:cNvSpPr/>
            <p:nvPr/>
          </p:nvSpPr>
          <p:spPr>
            <a:xfrm>
              <a:off x="9642240" y="7104960"/>
              <a:ext cx="411120" cy="411120"/>
            </a:xfrm>
            <a:custGeom>
              <a:avLst/>
              <a:gdLst/>
              <a:ah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22" name="Group 94"/>
          <p:cNvGrpSpPr/>
          <p:nvPr/>
        </p:nvGrpSpPr>
        <p:grpSpPr>
          <a:xfrm>
            <a:off x="10287000" y="6560640"/>
            <a:ext cx="2880000" cy="1435680"/>
            <a:chOff x="10287000" y="6560640"/>
            <a:chExt cx="2880000" cy="1435680"/>
          </a:xfrm>
        </p:grpSpPr>
        <p:sp>
          <p:nvSpPr>
            <p:cNvPr id="623" name="Freeform 95"/>
            <p:cNvSpPr/>
            <p:nvPr/>
          </p:nvSpPr>
          <p:spPr>
            <a:xfrm>
              <a:off x="10287000" y="6624720"/>
              <a:ext cx="2880000" cy="1371240"/>
            </a:xfrm>
            <a:custGeom>
              <a:avLst/>
              <a:gdLst/>
              <a:ahLst/>
              <a:rect l="l" t="t" r="r" b="b"/>
              <a:pathLst>
                <a:path w="3840480" h="1828800">
                  <a:moveTo>
                    <a:pt x="0" y="0"/>
                  </a:moveTo>
                  <a:lnTo>
                    <a:pt x="3840480" y="0"/>
                  </a:lnTo>
                  <a:lnTo>
                    <a:pt x="3840480" y="1828800"/>
                  </a:lnTo>
                  <a:lnTo>
                    <a:pt x="0" y="1828800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4" name="TextBox 96"/>
            <p:cNvSpPr/>
            <p:nvPr/>
          </p:nvSpPr>
          <p:spPr>
            <a:xfrm>
              <a:off x="10287000" y="6560640"/>
              <a:ext cx="2880000" cy="143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341"/>
                </a:lnSpc>
                <a:buNone/>
              </a:pPr>
              <a:r>
                <a:rPr b="0" i="1" lang="en-US" sz="150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Đồng bộ định kỳ</a:t>
              </a:r>
              <a:endParaRPr b="0" lang="vi-VN" sz="1500" spc="-1" strike="noStrike">
                <a:latin typeface="Noto Sans CJK SC"/>
              </a:endParaRPr>
            </a:p>
            <a:p>
              <a:pPr>
                <a:lnSpc>
                  <a:spcPts val="2341"/>
                </a:lnSpc>
                <a:buNone/>
              </a:pPr>
              <a:r>
                <a:rPr b="0" i="1" lang="en-US" sz="150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từ API bên ngoài,</a:t>
              </a:r>
              <a:endParaRPr b="0" lang="vi-VN" sz="1500" spc="-1" strike="noStrike">
                <a:latin typeface="Noto Sans CJK SC"/>
              </a:endParaRPr>
            </a:p>
            <a:p>
              <a:pPr>
                <a:lnSpc>
                  <a:spcPts val="2341"/>
                </a:lnSpc>
                <a:buNone/>
              </a:pPr>
              <a:r>
                <a:rPr b="0" i="1" lang="en-US" sz="150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lưu cache cục bộ</a:t>
              </a:r>
              <a:endParaRPr b="0" lang="vi-VN" sz="1500" spc="-1" strike="noStrike">
                <a:latin typeface="Noto Sans CJK SC"/>
              </a:endParaRPr>
            </a:p>
          </p:txBody>
        </p:sp>
      </p:grpSp>
      <p:grpSp>
        <p:nvGrpSpPr>
          <p:cNvPr id="625" name="Group 97"/>
          <p:cNvGrpSpPr/>
          <p:nvPr/>
        </p:nvGrpSpPr>
        <p:grpSpPr>
          <a:xfrm>
            <a:off x="754560" y="8475480"/>
            <a:ext cx="16778520" cy="439560"/>
            <a:chOff x="754560" y="8475480"/>
            <a:chExt cx="16778520" cy="439560"/>
          </a:xfrm>
        </p:grpSpPr>
        <p:sp>
          <p:nvSpPr>
            <p:cNvPr id="626" name="Freeform 98"/>
            <p:cNvSpPr/>
            <p:nvPr/>
          </p:nvSpPr>
          <p:spPr>
            <a:xfrm>
              <a:off x="754560" y="8503920"/>
              <a:ext cx="16778520" cy="411120"/>
            </a:xfrm>
            <a:custGeom>
              <a:avLst/>
              <a:gdLst/>
              <a:ahLst/>
              <a:rect l="l" t="t" r="r" b="b"/>
              <a:pathLst>
                <a:path w="22371710" h="548640">
                  <a:moveTo>
                    <a:pt x="0" y="0"/>
                  </a:moveTo>
                  <a:lnTo>
                    <a:pt x="22371710" y="0"/>
                  </a:lnTo>
                  <a:lnTo>
                    <a:pt x="22371710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27" name="TextBox 99"/>
            <p:cNvSpPr/>
            <p:nvPr/>
          </p:nvSpPr>
          <p:spPr>
            <a:xfrm>
              <a:off x="754560" y="8475480"/>
              <a:ext cx="1677852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800"/>
                </a:lnSpc>
                <a:buNone/>
              </a:pPr>
              <a:r>
                <a:rPr b="0" i="1" lang="en-US" sz="150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Room v2 • fallbackToDestructiveMigration • Flow-based reactive queries</a:t>
              </a:r>
              <a:endParaRPr b="0" lang="vi-VN" sz="1500" spc="-1" strike="noStrike">
                <a:latin typeface="Noto Sans CJK SC"/>
              </a:endParaRPr>
            </a:p>
          </p:txBody>
        </p:sp>
      </p:grpSp>
    </p:spTree>
  </p:cSld>
  <p:transition>
    <p:wipe dir="l"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8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629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0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631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32" name="Group 6"/>
          <p:cNvGrpSpPr/>
          <p:nvPr/>
        </p:nvGrpSpPr>
        <p:grpSpPr>
          <a:xfrm>
            <a:off x="1879200" y="602280"/>
            <a:ext cx="5027400" cy="412200"/>
            <a:chOff x="1879200" y="602280"/>
            <a:chExt cx="5027400" cy="412200"/>
          </a:xfrm>
        </p:grpSpPr>
        <p:sp>
          <p:nvSpPr>
            <p:cNvPr id="633" name="Freeform 7"/>
            <p:cNvSpPr/>
            <p:nvPr/>
          </p:nvSpPr>
          <p:spPr>
            <a:xfrm>
              <a:off x="1879200" y="631080"/>
              <a:ext cx="5027400" cy="383400"/>
            </a:xfrm>
            <a:custGeom>
              <a:avLst/>
              <a:gdLst/>
              <a:ahLst/>
              <a:rect l="l" t="t" r="r" b="b"/>
              <a:pathLst>
                <a:path w="6703800" h="511800">
                  <a:moveTo>
                    <a:pt x="0" y="0"/>
                  </a:moveTo>
                  <a:lnTo>
                    <a:pt x="6703800" y="0"/>
                  </a:lnTo>
                  <a:lnTo>
                    <a:pt x="67038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4" name="TextBox 8"/>
            <p:cNvSpPr/>
            <p:nvPr/>
          </p:nvSpPr>
          <p:spPr>
            <a:xfrm>
              <a:off x="1879200" y="602280"/>
              <a:ext cx="502740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635" name="Group 9"/>
          <p:cNvGrpSpPr/>
          <p:nvPr/>
        </p:nvGrpSpPr>
        <p:grpSpPr>
          <a:xfrm>
            <a:off x="1879200" y="987480"/>
            <a:ext cx="6598800" cy="767880"/>
            <a:chOff x="1879200" y="987480"/>
            <a:chExt cx="6598800" cy="767880"/>
          </a:xfrm>
        </p:grpSpPr>
        <p:sp>
          <p:nvSpPr>
            <p:cNvPr id="636" name="Freeform 10"/>
            <p:cNvSpPr/>
            <p:nvPr/>
          </p:nvSpPr>
          <p:spPr>
            <a:xfrm>
              <a:off x="1879200" y="987480"/>
              <a:ext cx="6598800" cy="767880"/>
            </a:xfrm>
            <a:custGeom>
              <a:avLst/>
              <a:gdLst/>
              <a:ahLst/>
              <a:rect l="l" t="t" r="r" b="b"/>
              <a:pathLst>
                <a:path w="8799000" h="1024200">
                  <a:moveTo>
                    <a:pt x="0" y="0"/>
                  </a:moveTo>
                  <a:lnTo>
                    <a:pt x="8799000" y="0"/>
                  </a:lnTo>
                  <a:lnTo>
                    <a:pt x="87990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37" name="TextBox 11"/>
            <p:cNvSpPr/>
            <p:nvPr/>
          </p:nvSpPr>
          <p:spPr>
            <a:xfrm>
              <a:off x="1879200" y="987480"/>
              <a:ext cx="659880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Trang chủ — “Việc cần làm”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638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639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0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641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642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43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8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644" name="Group 18"/>
          <p:cNvGrpSpPr/>
          <p:nvPr/>
        </p:nvGrpSpPr>
        <p:grpSpPr>
          <a:xfrm>
            <a:off x="1904760" y="4792320"/>
            <a:ext cx="648000" cy="648000"/>
            <a:chOff x="1904760" y="4792320"/>
            <a:chExt cx="648000" cy="648000"/>
          </a:xfrm>
        </p:grpSpPr>
        <p:sp>
          <p:nvSpPr>
            <p:cNvPr id="645" name="Freeform 19"/>
            <p:cNvSpPr/>
            <p:nvPr/>
          </p:nvSpPr>
          <p:spPr>
            <a:xfrm>
              <a:off x="1904760" y="4792320"/>
              <a:ext cx="648000" cy="648000"/>
            </a:xfrm>
            <a:custGeom>
              <a:avLst/>
              <a:gdLst/>
              <a:ahLst/>
              <a:rect l="l" t="t" r="r" b="b"/>
              <a:pathLst>
                <a:path w="864616" h="864616">
                  <a:moveTo>
                    <a:pt x="0" y="0"/>
                  </a:moveTo>
                  <a:lnTo>
                    <a:pt x="864616" y="0"/>
                  </a:lnTo>
                  <a:lnTo>
                    <a:pt x="864616" y="864616"/>
                  </a:lnTo>
                  <a:lnTo>
                    <a:pt x="0" y="8646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>
                <a:alphaModFix amt="44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46" name="Group 20"/>
          <p:cNvGrpSpPr/>
          <p:nvPr/>
        </p:nvGrpSpPr>
        <p:grpSpPr>
          <a:xfrm>
            <a:off x="1309320" y="2256120"/>
            <a:ext cx="630720" cy="630720"/>
            <a:chOff x="1309320" y="2256120"/>
            <a:chExt cx="630720" cy="630720"/>
          </a:xfrm>
        </p:grpSpPr>
        <p:sp>
          <p:nvSpPr>
            <p:cNvPr id="647" name="Freeform 21"/>
            <p:cNvSpPr/>
            <p:nvPr/>
          </p:nvSpPr>
          <p:spPr>
            <a:xfrm>
              <a:off x="1309320" y="22561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48" name="Group 22"/>
          <p:cNvGrpSpPr/>
          <p:nvPr/>
        </p:nvGrpSpPr>
        <p:grpSpPr>
          <a:xfrm>
            <a:off x="1453320" y="2400120"/>
            <a:ext cx="342720" cy="342720"/>
            <a:chOff x="1453320" y="2400120"/>
            <a:chExt cx="342720" cy="342720"/>
          </a:xfrm>
        </p:grpSpPr>
        <p:sp>
          <p:nvSpPr>
            <p:cNvPr id="649" name="Freeform 23"/>
            <p:cNvSpPr/>
            <p:nvPr/>
          </p:nvSpPr>
          <p:spPr>
            <a:xfrm>
              <a:off x="1453320" y="240012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50" name="Group 24"/>
          <p:cNvGrpSpPr/>
          <p:nvPr/>
        </p:nvGrpSpPr>
        <p:grpSpPr>
          <a:xfrm>
            <a:off x="2159640" y="2179440"/>
            <a:ext cx="7674840" cy="474120"/>
            <a:chOff x="2159640" y="2179440"/>
            <a:chExt cx="7674840" cy="474120"/>
          </a:xfrm>
        </p:grpSpPr>
        <p:sp>
          <p:nvSpPr>
            <p:cNvPr id="651" name="Freeform 25"/>
            <p:cNvSpPr/>
            <p:nvPr/>
          </p:nvSpPr>
          <p:spPr>
            <a:xfrm>
              <a:off x="2159640" y="2215080"/>
              <a:ext cx="7674840" cy="438480"/>
            </a:xfrm>
            <a:custGeom>
              <a:avLst/>
              <a:gdLst/>
              <a:ahLst/>
              <a:rect l="l" t="t" r="r" b="b"/>
              <a:pathLst>
                <a:path w="10233600" h="5850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2" name="TextBox 26"/>
            <p:cNvSpPr/>
            <p:nvPr/>
          </p:nvSpPr>
          <p:spPr>
            <a:xfrm>
              <a:off x="2159640" y="2179440"/>
              <a:ext cx="767484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Header ngày &amp; thời tiết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653" name="Group 27"/>
          <p:cNvGrpSpPr/>
          <p:nvPr/>
        </p:nvGrpSpPr>
        <p:grpSpPr>
          <a:xfrm>
            <a:off x="2159640" y="2561760"/>
            <a:ext cx="7674840" cy="654120"/>
            <a:chOff x="2159640" y="2561760"/>
            <a:chExt cx="7674840" cy="654120"/>
          </a:xfrm>
        </p:grpSpPr>
        <p:sp>
          <p:nvSpPr>
            <p:cNvPr id="654" name="Freeform 28"/>
            <p:cNvSpPr/>
            <p:nvPr/>
          </p:nvSpPr>
          <p:spPr>
            <a:xfrm>
              <a:off x="2159640" y="2640240"/>
              <a:ext cx="7674840" cy="575640"/>
            </a:xfrm>
            <a:custGeom>
              <a:avLst/>
              <a:gdLst/>
              <a:ahLst/>
              <a:rect l="l" t="t" r="r" b="b"/>
              <a:pathLst>
                <a:path w="10233600" h="7680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55" name="TextBox 29"/>
            <p:cNvSpPr/>
            <p:nvPr/>
          </p:nvSpPr>
          <p:spPr>
            <a:xfrm>
              <a:off x="2159640" y="2561760"/>
              <a:ext cx="767484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Ngày đầy đủ kèm Lịch Âm và thời tiết trong ngày, có nút “về Hôm nay”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656" name="Group 30"/>
          <p:cNvGrpSpPr/>
          <p:nvPr/>
        </p:nvGrpSpPr>
        <p:grpSpPr>
          <a:xfrm>
            <a:off x="1309320" y="3326040"/>
            <a:ext cx="630720" cy="630720"/>
            <a:chOff x="1309320" y="3326040"/>
            <a:chExt cx="630720" cy="630720"/>
          </a:xfrm>
        </p:grpSpPr>
        <p:sp>
          <p:nvSpPr>
            <p:cNvPr id="657" name="Freeform 31"/>
            <p:cNvSpPr/>
            <p:nvPr/>
          </p:nvSpPr>
          <p:spPr>
            <a:xfrm>
              <a:off x="1309320" y="332604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58" name="Group 32"/>
          <p:cNvGrpSpPr/>
          <p:nvPr/>
        </p:nvGrpSpPr>
        <p:grpSpPr>
          <a:xfrm>
            <a:off x="1453320" y="3470040"/>
            <a:ext cx="342720" cy="342720"/>
            <a:chOff x="1453320" y="3470040"/>
            <a:chExt cx="342720" cy="342720"/>
          </a:xfrm>
        </p:grpSpPr>
        <p:sp>
          <p:nvSpPr>
            <p:cNvPr id="659" name="Freeform 33"/>
            <p:cNvSpPr/>
            <p:nvPr/>
          </p:nvSpPr>
          <p:spPr>
            <a:xfrm>
              <a:off x="1453320" y="34700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60" name="Group 34"/>
          <p:cNvGrpSpPr/>
          <p:nvPr/>
        </p:nvGrpSpPr>
        <p:grpSpPr>
          <a:xfrm>
            <a:off x="2159640" y="3249360"/>
            <a:ext cx="7674840" cy="474120"/>
            <a:chOff x="2159640" y="3249360"/>
            <a:chExt cx="7674840" cy="474120"/>
          </a:xfrm>
        </p:grpSpPr>
        <p:sp>
          <p:nvSpPr>
            <p:cNvPr id="661" name="Freeform 35"/>
            <p:cNvSpPr/>
            <p:nvPr/>
          </p:nvSpPr>
          <p:spPr>
            <a:xfrm>
              <a:off x="2159640" y="3285000"/>
              <a:ext cx="7674840" cy="438480"/>
            </a:xfrm>
            <a:custGeom>
              <a:avLst/>
              <a:gdLst/>
              <a:ahLst/>
              <a:rect l="l" t="t" r="r" b="b"/>
              <a:pathLst>
                <a:path w="10233600" h="5850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2" name="TextBox 36"/>
            <p:cNvSpPr/>
            <p:nvPr/>
          </p:nvSpPr>
          <p:spPr>
            <a:xfrm>
              <a:off x="2159640" y="3249360"/>
              <a:ext cx="767484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Băng chọn nhanh  ngày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663" name="Group 37"/>
          <p:cNvGrpSpPr/>
          <p:nvPr/>
        </p:nvGrpSpPr>
        <p:grpSpPr>
          <a:xfrm>
            <a:off x="2159640" y="3631680"/>
            <a:ext cx="7674840" cy="654120"/>
            <a:chOff x="2159640" y="3631680"/>
            <a:chExt cx="7674840" cy="654120"/>
          </a:xfrm>
        </p:grpSpPr>
        <p:sp>
          <p:nvSpPr>
            <p:cNvPr id="664" name="Freeform 38"/>
            <p:cNvSpPr/>
            <p:nvPr/>
          </p:nvSpPr>
          <p:spPr>
            <a:xfrm>
              <a:off x="2159640" y="3710160"/>
              <a:ext cx="7674840" cy="575640"/>
            </a:xfrm>
            <a:custGeom>
              <a:avLst/>
              <a:gdLst/>
              <a:ahLst/>
              <a:rect l="l" t="t" r="r" b="b"/>
              <a:pathLst>
                <a:path w="10233600" h="7680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65" name="TextBox 39"/>
            <p:cNvSpPr/>
            <p:nvPr/>
          </p:nvSpPr>
          <p:spPr>
            <a:xfrm>
              <a:off x="2159640" y="3631680"/>
              <a:ext cx="767484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Carousel tuần hiện tại kèm âm lịch &amp; icon thời tiết từng ngày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666" name="Group 40"/>
          <p:cNvGrpSpPr/>
          <p:nvPr/>
        </p:nvGrpSpPr>
        <p:grpSpPr>
          <a:xfrm>
            <a:off x="1309320" y="4395960"/>
            <a:ext cx="630720" cy="630720"/>
            <a:chOff x="1309320" y="4395960"/>
            <a:chExt cx="630720" cy="630720"/>
          </a:xfrm>
        </p:grpSpPr>
        <p:sp>
          <p:nvSpPr>
            <p:cNvPr id="667" name="Freeform 41"/>
            <p:cNvSpPr/>
            <p:nvPr/>
          </p:nvSpPr>
          <p:spPr>
            <a:xfrm>
              <a:off x="1309320" y="439596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68" name="Group 42"/>
          <p:cNvGrpSpPr/>
          <p:nvPr/>
        </p:nvGrpSpPr>
        <p:grpSpPr>
          <a:xfrm>
            <a:off x="1453320" y="4539960"/>
            <a:ext cx="342720" cy="342720"/>
            <a:chOff x="1453320" y="4539960"/>
            <a:chExt cx="342720" cy="342720"/>
          </a:xfrm>
        </p:grpSpPr>
        <p:sp>
          <p:nvSpPr>
            <p:cNvPr id="669" name="Freeform 43"/>
            <p:cNvSpPr/>
            <p:nvPr/>
          </p:nvSpPr>
          <p:spPr>
            <a:xfrm>
              <a:off x="1453320" y="45399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70" name="Group 44"/>
          <p:cNvGrpSpPr/>
          <p:nvPr/>
        </p:nvGrpSpPr>
        <p:grpSpPr>
          <a:xfrm>
            <a:off x="2159640" y="4318920"/>
            <a:ext cx="7674840" cy="474480"/>
            <a:chOff x="2159640" y="4318920"/>
            <a:chExt cx="7674840" cy="474480"/>
          </a:xfrm>
        </p:grpSpPr>
        <p:sp>
          <p:nvSpPr>
            <p:cNvPr id="671" name="Freeform 45"/>
            <p:cNvSpPr/>
            <p:nvPr/>
          </p:nvSpPr>
          <p:spPr>
            <a:xfrm>
              <a:off x="2159640" y="4354920"/>
              <a:ext cx="7674840" cy="438480"/>
            </a:xfrm>
            <a:custGeom>
              <a:avLst/>
              <a:gdLst/>
              <a:ahLst/>
              <a:rect l="l" t="t" r="r" b="b"/>
              <a:pathLst>
                <a:path w="10233600" h="5850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2" name="TextBox 46"/>
            <p:cNvSpPr/>
            <p:nvPr/>
          </p:nvSpPr>
          <p:spPr>
            <a:xfrm>
              <a:off x="2159640" y="4318920"/>
              <a:ext cx="767484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Thẻ tiến độ trong ngày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673" name="Group 47"/>
          <p:cNvGrpSpPr/>
          <p:nvPr/>
        </p:nvGrpSpPr>
        <p:grpSpPr>
          <a:xfrm>
            <a:off x="2159640" y="4701240"/>
            <a:ext cx="7674840" cy="654480"/>
            <a:chOff x="2159640" y="4701240"/>
            <a:chExt cx="7674840" cy="654480"/>
          </a:xfrm>
        </p:grpSpPr>
        <p:sp>
          <p:nvSpPr>
            <p:cNvPr id="674" name="Freeform 48"/>
            <p:cNvSpPr/>
            <p:nvPr/>
          </p:nvSpPr>
          <p:spPr>
            <a:xfrm>
              <a:off x="2159640" y="4780080"/>
              <a:ext cx="7674840" cy="575640"/>
            </a:xfrm>
            <a:custGeom>
              <a:avLst/>
              <a:gdLst/>
              <a:ahLst/>
              <a:rect l="l" t="t" r="r" b="b"/>
              <a:pathLst>
                <a:path w="10233600" h="7680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75" name="TextBox 49"/>
            <p:cNvSpPr/>
            <p:nvPr/>
          </p:nvSpPr>
          <p:spPr>
            <a:xfrm>
              <a:off x="2159640" y="4701240"/>
              <a:ext cx="767484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Số việc đã hoàn thành / tổng số việc — cập nhật theo thời gian thực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676" name="Group 50"/>
          <p:cNvGrpSpPr/>
          <p:nvPr/>
        </p:nvGrpSpPr>
        <p:grpSpPr>
          <a:xfrm>
            <a:off x="1309320" y="5465880"/>
            <a:ext cx="630720" cy="630720"/>
            <a:chOff x="1309320" y="5465880"/>
            <a:chExt cx="630720" cy="630720"/>
          </a:xfrm>
        </p:grpSpPr>
        <p:sp>
          <p:nvSpPr>
            <p:cNvPr id="677" name="Freeform 51"/>
            <p:cNvSpPr/>
            <p:nvPr/>
          </p:nvSpPr>
          <p:spPr>
            <a:xfrm>
              <a:off x="1309320" y="546588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78" name="Group 52"/>
          <p:cNvGrpSpPr/>
          <p:nvPr/>
        </p:nvGrpSpPr>
        <p:grpSpPr>
          <a:xfrm>
            <a:off x="1453320" y="5609880"/>
            <a:ext cx="342720" cy="342720"/>
            <a:chOff x="1453320" y="5609880"/>
            <a:chExt cx="342720" cy="342720"/>
          </a:xfrm>
        </p:grpSpPr>
        <p:sp>
          <p:nvSpPr>
            <p:cNvPr id="679" name="Freeform 53"/>
            <p:cNvSpPr/>
            <p:nvPr/>
          </p:nvSpPr>
          <p:spPr>
            <a:xfrm>
              <a:off x="1453320" y="560988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80" name="Group 54"/>
          <p:cNvGrpSpPr/>
          <p:nvPr/>
        </p:nvGrpSpPr>
        <p:grpSpPr>
          <a:xfrm>
            <a:off x="2159640" y="5771160"/>
            <a:ext cx="7674840" cy="654120"/>
            <a:chOff x="2159640" y="5771160"/>
            <a:chExt cx="7674840" cy="654120"/>
          </a:xfrm>
        </p:grpSpPr>
        <p:sp>
          <p:nvSpPr>
            <p:cNvPr id="681" name="Freeform 55"/>
            <p:cNvSpPr/>
            <p:nvPr/>
          </p:nvSpPr>
          <p:spPr>
            <a:xfrm>
              <a:off x="2159640" y="5849640"/>
              <a:ext cx="7674840" cy="575640"/>
            </a:xfrm>
            <a:custGeom>
              <a:avLst/>
              <a:gdLst/>
              <a:ahLst/>
              <a:rect l="l" t="t" r="r" b="b"/>
              <a:pathLst>
                <a:path w="10233600" h="7680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2" name="TextBox 56"/>
            <p:cNvSpPr/>
            <p:nvPr/>
          </p:nvSpPr>
          <p:spPr>
            <a:xfrm>
              <a:off x="2159640" y="5771160"/>
              <a:ext cx="767484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Chip lọc theo từng danh mục sự kiện, hiện số lượng việc tương ứng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683" name="Group 57"/>
          <p:cNvGrpSpPr/>
          <p:nvPr/>
        </p:nvGrpSpPr>
        <p:grpSpPr>
          <a:xfrm>
            <a:off x="1309320" y="6535440"/>
            <a:ext cx="630720" cy="630720"/>
            <a:chOff x="1309320" y="6535440"/>
            <a:chExt cx="630720" cy="630720"/>
          </a:xfrm>
        </p:grpSpPr>
        <p:sp>
          <p:nvSpPr>
            <p:cNvPr id="684" name="Freeform 58"/>
            <p:cNvSpPr/>
            <p:nvPr/>
          </p:nvSpPr>
          <p:spPr>
            <a:xfrm>
              <a:off x="1309320" y="653544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85" name="Group 59"/>
          <p:cNvGrpSpPr/>
          <p:nvPr/>
        </p:nvGrpSpPr>
        <p:grpSpPr>
          <a:xfrm>
            <a:off x="1453320" y="6679440"/>
            <a:ext cx="342720" cy="342720"/>
            <a:chOff x="1453320" y="6679440"/>
            <a:chExt cx="342720" cy="342720"/>
          </a:xfrm>
        </p:grpSpPr>
        <p:sp>
          <p:nvSpPr>
            <p:cNvPr id="686" name="Freeform 60"/>
            <p:cNvSpPr/>
            <p:nvPr/>
          </p:nvSpPr>
          <p:spPr>
            <a:xfrm>
              <a:off x="1453320" y="66794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87" name="Group 61"/>
          <p:cNvGrpSpPr/>
          <p:nvPr/>
        </p:nvGrpSpPr>
        <p:grpSpPr>
          <a:xfrm>
            <a:off x="2159640" y="6458760"/>
            <a:ext cx="7674840" cy="474120"/>
            <a:chOff x="2159640" y="6458760"/>
            <a:chExt cx="7674840" cy="474120"/>
          </a:xfrm>
        </p:grpSpPr>
        <p:sp>
          <p:nvSpPr>
            <p:cNvPr id="688" name="Freeform 62"/>
            <p:cNvSpPr/>
            <p:nvPr/>
          </p:nvSpPr>
          <p:spPr>
            <a:xfrm>
              <a:off x="2159640" y="6494400"/>
              <a:ext cx="7674840" cy="438480"/>
            </a:xfrm>
            <a:custGeom>
              <a:avLst/>
              <a:gdLst/>
              <a:ahLst/>
              <a:rect l="l" t="t" r="r" b="b"/>
              <a:pathLst>
                <a:path w="10233600" h="5850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89" name="TextBox 63"/>
            <p:cNvSpPr/>
            <p:nvPr/>
          </p:nvSpPr>
          <p:spPr>
            <a:xfrm>
              <a:off x="2159640" y="6458760"/>
              <a:ext cx="767484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Danh sách công việc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690" name="Group 64"/>
          <p:cNvGrpSpPr/>
          <p:nvPr/>
        </p:nvGrpSpPr>
        <p:grpSpPr>
          <a:xfrm>
            <a:off x="2159640" y="6841080"/>
            <a:ext cx="7674840" cy="654120"/>
            <a:chOff x="2159640" y="6841080"/>
            <a:chExt cx="7674840" cy="654120"/>
          </a:xfrm>
        </p:grpSpPr>
        <p:sp>
          <p:nvSpPr>
            <p:cNvPr id="691" name="Freeform 65"/>
            <p:cNvSpPr/>
            <p:nvPr/>
          </p:nvSpPr>
          <p:spPr>
            <a:xfrm>
              <a:off x="2159640" y="6919560"/>
              <a:ext cx="7674840" cy="575640"/>
            </a:xfrm>
            <a:custGeom>
              <a:avLst/>
              <a:gdLst/>
              <a:ahLst/>
              <a:rect l="l" t="t" r="r" b="b"/>
              <a:pathLst>
                <a:path w="10233600" h="7680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2" name="TextBox 66"/>
            <p:cNvSpPr/>
            <p:nvPr/>
          </p:nvSpPr>
          <p:spPr>
            <a:xfrm>
              <a:off x="2159640" y="6841080"/>
              <a:ext cx="767484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Tick hoàn thành, sửa hoặc xoá; có trạng thái rỗng khi chưa có việc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693" name="Group 67"/>
          <p:cNvGrpSpPr/>
          <p:nvPr/>
        </p:nvGrpSpPr>
        <p:grpSpPr>
          <a:xfrm>
            <a:off x="1309320" y="7605360"/>
            <a:ext cx="630720" cy="630720"/>
            <a:chOff x="1309320" y="7605360"/>
            <a:chExt cx="630720" cy="630720"/>
          </a:xfrm>
        </p:grpSpPr>
        <p:sp>
          <p:nvSpPr>
            <p:cNvPr id="694" name="Freeform 68"/>
            <p:cNvSpPr/>
            <p:nvPr/>
          </p:nvSpPr>
          <p:spPr>
            <a:xfrm>
              <a:off x="1309320" y="760536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95" name="Group 69"/>
          <p:cNvGrpSpPr/>
          <p:nvPr/>
        </p:nvGrpSpPr>
        <p:grpSpPr>
          <a:xfrm>
            <a:off x="1453320" y="7749360"/>
            <a:ext cx="342720" cy="342720"/>
            <a:chOff x="1453320" y="7749360"/>
            <a:chExt cx="342720" cy="342720"/>
          </a:xfrm>
        </p:grpSpPr>
        <p:sp>
          <p:nvSpPr>
            <p:cNvPr id="696" name="Freeform 70"/>
            <p:cNvSpPr/>
            <p:nvPr/>
          </p:nvSpPr>
          <p:spPr>
            <a:xfrm>
              <a:off x="1453320" y="77493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697" name="Group 71"/>
          <p:cNvGrpSpPr/>
          <p:nvPr/>
        </p:nvGrpSpPr>
        <p:grpSpPr>
          <a:xfrm>
            <a:off x="2159640" y="7528680"/>
            <a:ext cx="7674840" cy="474120"/>
            <a:chOff x="2159640" y="7528680"/>
            <a:chExt cx="7674840" cy="474120"/>
          </a:xfrm>
        </p:grpSpPr>
        <p:sp>
          <p:nvSpPr>
            <p:cNvPr id="698" name="Freeform 72"/>
            <p:cNvSpPr/>
            <p:nvPr/>
          </p:nvSpPr>
          <p:spPr>
            <a:xfrm>
              <a:off x="2159640" y="7564320"/>
              <a:ext cx="7674840" cy="438480"/>
            </a:xfrm>
            <a:custGeom>
              <a:avLst/>
              <a:gdLst/>
              <a:ahLst/>
              <a:rect l="l" t="t" r="r" b="b"/>
              <a:pathLst>
                <a:path w="10233600" h="5850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699" name="TextBox 73"/>
            <p:cNvSpPr/>
            <p:nvPr/>
          </p:nvSpPr>
          <p:spPr>
            <a:xfrm>
              <a:off x="2159640" y="7528680"/>
              <a:ext cx="767484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Nút nổi thêm nhanh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700" name="Group 74"/>
          <p:cNvGrpSpPr/>
          <p:nvPr/>
        </p:nvGrpSpPr>
        <p:grpSpPr>
          <a:xfrm>
            <a:off x="2159640" y="7911000"/>
            <a:ext cx="7674840" cy="654120"/>
            <a:chOff x="2159640" y="7911000"/>
            <a:chExt cx="7674840" cy="654120"/>
          </a:xfrm>
        </p:grpSpPr>
        <p:sp>
          <p:nvSpPr>
            <p:cNvPr id="701" name="Freeform 75"/>
            <p:cNvSpPr/>
            <p:nvPr/>
          </p:nvSpPr>
          <p:spPr>
            <a:xfrm>
              <a:off x="2159640" y="7989480"/>
              <a:ext cx="7674840" cy="575640"/>
            </a:xfrm>
            <a:custGeom>
              <a:avLst/>
              <a:gdLst/>
              <a:ahLst/>
              <a:rect l="l" t="t" r="r" b="b"/>
              <a:pathLst>
                <a:path w="10233600" h="768000">
                  <a:moveTo>
                    <a:pt x="0" y="0"/>
                  </a:moveTo>
                  <a:lnTo>
                    <a:pt x="10233600" y="0"/>
                  </a:lnTo>
                  <a:lnTo>
                    <a:pt x="102336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2" name="TextBox 76"/>
            <p:cNvSpPr/>
            <p:nvPr/>
          </p:nvSpPr>
          <p:spPr>
            <a:xfrm>
              <a:off x="2159640" y="7911000"/>
              <a:ext cx="767484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FAB mở AddEventScreen với ngày đang chọn được điền sẵn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703" name="Group 77"/>
          <p:cNvGrpSpPr/>
          <p:nvPr/>
        </p:nvGrpSpPr>
        <p:grpSpPr>
          <a:xfrm>
            <a:off x="11361960" y="9358560"/>
            <a:ext cx="3902040" cy="397080"/>
            <a:chOff x="11361960" y="9358560"/>
            <a:chExt cx="3902040" cy="397080"/>
          </a:xfrm>
        </p:grpSpPr>
        <p:sp>
          <p:nvSpPr>
            <p:cNvPr id="704" name="Freeform 78"/>
            <p:cNvSpPr/>
            <p:nvPr/>
          </p:nvSpPr>
          <p:spPr>
            <a:xfrm>
              <a:off x="11361960" y="9387000"/>
              <a:ext cx="3902040" cy="368280"/>
            </a:xfrm>
            <a:custGeom>
              <a:avLst/>
              <a:gdLst/>
              <a:ahLst/>
              <a:rect l="l" t="t" r="r" b="b"/>
              <a:pathLst>
                <a:path w="5203210" h="491642">
                  <a:moveTo>
                    <a:pt x="0" y="0"/>
                  </a:moveTo>
                  <a:lnTo>
                    <a:pt x="5203210" y="0"/>
                  </a:lnTo>
                  <a:lnTo>
                    <a:pt x="5203210" y="491642"/>
                  </a:lnTo>
                  <a:lnTo>
                    <a:pt x="0" y="491642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5" name="TextBox 79"/>
            <p:cNvSpPr/>
            <p:nvPr/>
          </p:nvSpPr>
          <p:spPr>
            <a:xfrm>
              <a:off x="11361960" y="9358560"/>
              <a:ext cx="3902040" cy="3970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047"/>
                </a:lnSpc>
                <a:buNone/>
              </a:pPr>
              <a:r>
                <a:rPr b="1" lang="en-US" sz="170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HomeScreen.kt</a:t>
              </a:r>
              <a:endParaRPr b="0" lang="vi-VN" sz="1700" spc="-1" strike="noStrike">
                <a:latin typeface="Noto Sans CJK SC"/>
              </a:endParaRPr>
            </a:p>
          </p:txBody>
        </p:sp>
      </p:grpSp>
      <p:grpSp>
        <p:nvGrpSpPr>
          <p:cNvPr id="706" name="Group 80"/>
          <p:cNvGrpSpPr/>
          <p:nvPr/>
        </p:nvGrpSpPr>
        <p:grpSpPr>
          <a:xfrm>
            <a:off x="11361960" y="9705960"/>
            <a:ext cx="3902040" cy="333720"/>
            <a:chOff x="11361960" y="9705960"/>
            <a:chExt cx="3902040" cy="333720"/>
          </a:xfrm>
        </p:grpSpPr>
        <p:sp>
          <p:nvSpPr>
            <p:cNvPr id="707" name="Freeform 81"/>
            <p:cNvSpPr/>
            <p:nvPr/>
          </p:nvSpPr>
          <p:spPr>
            <a:xfrm>
              <a:off x="11361960" y="9727560"/>
              <a:ext cx="3902040" cy="312120"/>
            </a:xfrm>
            <a:custGeom>
              <a:avLst/>
              <a:gdLst/>
              <a:ahLst/>
              <a:rect l="l" t="t" r="r" b="b"/>
              <a:pathLst>
                <a:path w="5203210" h="416530">
                  <a:moveTo>
                    <a:pt x="0" y="0"/>
                  </a:moveTo>
                  <a:lnTo>
                    <a:pt x="5203210" y="0"/>
                  </a:lnTo>
                  <a:lnTo>
                    <a:pt x="5203210" y="416530"/>
                  </a:lnTo>
                  <a:lnTo>
                    <a:pt x="0" y="416530"/>
                  </a:lnTo>
                  <a:close/>
                </a:path>
              </a:pathLst>
            </a:custGeom>
            <a:blipFill rotWithShape="0">
              <a:blip r:embed="rId2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08" name="TextBox 82"/>
            <p:cNvSpPr/>
            <p:nvPr/>
          </p:nvSpPr>
          <p:spPr>
            <a:xfrm>
              <a:off x="11361960" y="9705960"/>
              <a:ext cx="3902040" cy="333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582"/>
                </a:lnSpc>
                <a:buNone/>
              </a:pPr>
              <a:r>
                <a:rPr b="0" lang="en-US" sz="132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Danh sách cuộn (LazyColumn)</a:t>
              </a:r>
              <a:endParaRPr b="0" lang="vi-VN" sz="1320" spc="-1" strike="noStrike">
                <a:latin typeface="Noto Sans CJK SC"/>
              </a:endParaRPr>
            </a:p>
          </p:txBody>
        </p:sp>
      </p:grpSp>
      <p:grpSp>
        <p:nvGrpSpPr>
          <p:cNvPr id="709" name="Group 83"/>
          <p:cNvGrpSpPr/>
          <p:nvPr/>
        </p:nvGrpSpPr>
        <p:grpSpPr>
          <a:xfrm>
            <a:off x="10130400" y="966600"/>
            <a:ext cx="630720" cy="630720"/>
            <a:chOff x="10130400" y="966600"/>
            <a:chExt cx="630720" cy="630720"/>
          </a:xfrm>
        </p:grpSpPr>
        <p:sp>
          <p:nvSpPr>
            <p:cNvPr id="710" name="Freeform 84"/>
            <p:cNvSpPr/>
            <p:nvPr/>
          </p:nvSpPr>
          <p:spPr>
            <a:xfrm>
              <a:off x="10130400" y="96660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11" name="Group 85"/>
          <p:cNvGrpSpPr/>
          <p:nvPr/>
        </p:nvGrpSpPr>
        <p:grpSpPr>
          <a:xfrm>
            <a:off x="10274400" y="1110600"/>
            <a:ext cx="342720" cy="342720"/>
            <a:chOff x="10274400" y="1110600"/>
            <a:chExt cx="342720" cy="342720"/>
          </a:xfrm>
        </p:grpSpPr>
        <p:sp>
          <p:nvSpPr>
            <p:cNvPr id="712" name="Freeform 86"/>
            <p:cNvSpPr/>
            <p:nvPr/>
          </p:nvSpPr>
          <p:spPr>
            <a:xfrm>
              <a:off x="10274400" y="111060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13" name="Group 87"/>
          <p:cNvGrpSpPr/>
          <p:nvPr/>
        </p:nvGrpSpPr>
        <p:grpSpPr>
          <a:xfrm>
            <a:off x="11489040" y="236520"/>
            <a:ext cx="3647520" cy="9006120"/>
            <a:chOff x="11489040" y="236520"/>
            <a:chExt cx="3647520" cy="9006120"/>
          </a:xfrm>
        </p:grpSpPr>
        <p:sp>
          <p:nvSpPr>
            <p:cNvPr id="714" name="Freeform 88"/>
            <p:cNvSpPr/>
            <p:nvPr/>
          </p:nvSpPr>
          <p:spPr>
            <a:xfrm>
              <a:off x="11489040" y="236520"/>
              <a:ext cx="3647520" cy="9006120"/>
            </a:xfrm>
            <a:custGeom>
              <a:avLst/>
              <a:gdLst/>
              <a:ahLst/>
              <a:rect l="l" t="t" r="r" b="b"/>
              <a:pathLst>
                <a:path w="4863846" h="12008485">
                  <a:moveTo>
                    <a:pt x="0" y="497713"/>
                  </a:moveTo>
                  <a:cubicBezTo>
                    <a:pt x="0" y="222885"/>
                    <a:pt x="222885" y="0"/>
                    <a:pt x="497713" y="0"/>
                  </a:cubicBezTo>
                  <a:lnTo>
                    <a:pt x="4366133" y="0"/>
                  </a:lnTo>
                  <a:cubicBezTo>
                    <a:pt x="4640961" y="0"/>
                    <a:pt x="4863846" y="222885"/>
                    <a:pt x="4863846" y="497713"/>
                  </a:cubicBezTo>
                  <a:lnTo>
                    <a:pt x="4863846" y="11510772"/>
                  </a:lnTo>
                  <a:cubicBezTo>
                    <a:pt x="4863846" y="11785600"/>
                    <a:pt x="4640961" y="12008485"/>
                    <a:pt x="4366133" y="12008485"/>
                  </a:cubicBezTo>
                  <a:lnTo>
                    <a:pt x="497713" y="12008485"/>
                  </a:lnTo>
                  <a:cubicBezTo>
                    <a:pt x="222885" y="12008485"/>
                    <a:pt x="0" y="11785600"/>
                    <a:pt x="0" y="11510772"/>
                  </a:cubicBezTo>
                  <a:close/>
                </a:path>
              </a:pathLst>
            </a:custGeom>
            <a:solidFill>
              <a:srgbClr val="17142e"/>
            </a:solidFill>
            <a:ln cap="sq" w="21112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15" name="Group 89"/>
          <p:cNvGrpSpPr/>
          <p:nvPr/>
        </p:nvGrpSpPr>
        <p:grpSpPr>
          <a:xfrm>
            <a:off x="11665440" y="486720"/>
            <a:ext cx="3296880" cy="8540640"/>
            <a:chOff x="11665440" y="486720"/>
            <a:chExt cx="3296880" cy="8540640"/>
          </a:xfrm>
        </p:grpSpPr>
        <p:sp>
          <p:nvSpPr>
            <p:cNvPr id="716" name="Freeform 90"/>
            <p:cNvSpPr/>
            <p:nvPr/>
          </p:nvSpPr>
          <p:spPr>
            <a:xfrm>
              <a:off x="11665440" y="486720"/>
              <a:ext cx="3296880" cy="8540640"/>
            </a:xfrm>
            <a:custGeom>
              <a:avLst/>
              <a:gdLst/>
              <a:ahLst/>
              <a:rect l="l" t="t" r="r" b="b"/>
              <a:pathLst>
                <a:path w="4396105" h="11388090">
                  <a:moveTo>
                    <a:pt x="0" y="0"/>
                  </a:moveTo>
                  <a:lnTo>
                    <a:pt x="4396105" y="0"/>
                  </a:lnTo>
                  <a:lnTo>
                    <a:pt x="4396105" y="11388090"/>
                  </a:lnTo>
                  <a:lnTo>
                    <a:pt x="0" y="1138809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17" name="Group 91"/>
          <p:cNvGrpSpPr/>
          <p:nvPr/>
        </p:nvGrpSpPr>
        <p:grpSpPr>
          <a:xfrm>
            <a:off x="12871800" y="412920"/>
            <a:ext cx="882360" cy="161640"/>
            <a:chOff x="12871800" y="412920"/>
            <a:chExt cx="882360" cy="161640"/>
          </a:xfrm>
        </p:grpSpPr>
        <p:sp>
          <p:nvSpPr>
            <p:cNvPr id="718" name="Freeform 92"/>
            <p:cNvSpPr/>
            <p:nvPr/>
          </p:nvSpPr>
          <p:spPr>
            <a:xfrm>
              <a:off x="12871800" y="412920"/>
              <a:ext cx="882360" cy="161640"/>
            </a:xfrm>
            <a:custGeom>
              <a:avLst/>
              <a:gdLst/>
              <a:ahLst/>
              <a:rect l="l" t="t" r="r" b="b"/>
              <a:pathLst>
                <a:path w="1176909" h="215900">
                  <a:moveTo>
                    <a:pt x="0" y="107950"/>
                  </a:moveTo>
                  <a:cubicBezTo>
                    <a:pt x="0" y="48387"/>
                    <a:pt x="48387" y="0"/>
                    <a:pt x="107950" y="0"/>
                  </a:cubicBezTo>
                  <a:lnTo>
                    <a:pt x="1068959" y="0"/>
                  </a:lnTo>
                  <a:cubicBezTo>
                    <a:pt x="1128649" y="0"/>
                    <a:pt x="1176909" y="48387"/>
                    <a:pt x="1176909" y="107950"/>
                  </a:cubicBezTo>
                  <a:cubicBezTo>
                    <a:pt x="1176909" y="167513"/>
                    <a:pt x="1128522" y="215900"/>
                    <a:pt x="1068959" y="215900"/>
                  </a:cubicBezTo>
                  <a:lnTo>
                    <a:pt x="107950" y="215900"/>
                  </a:lnTo>
                  <a:cubicBezTo>
                    <a:pt x="48387" y="216027"/>
                    <a:pt x="0" y="167640"/>
                    <a:pt x="0" y="107950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19" name="Group 93"/>
          <p:cNvGrpSpPr/>
          <p:nvPr/>
        </p:nvGrpSpPr>
        <p:grpSpPr>
          <a:xfrm>
            <a:off x="11822400" y="950400"/>
            <a:ext cx="2974320" cy="662400"/>
            <a:chOff x="11822400" y="950400"/>
            <a:chExt cx="2974320" cy="662400"/>
          </a:xfrm>
        </p:grpSpPr>
        <p:sp>
          <p:nvSpPr>
            <p:cNvPr id="720" name="Freeform 94"/>
            <p:cNvSpPr/>
            <p:nvPr/>
          </p:nvSpPr>
          <p:spPr>
            <a:xfrm>
              <a:off x="11822400" y="950400"/>
              <a:ext cx="2974320" cy="662400"/>
            </a:xfrm>
            <a:custGeom>
              <a:avLst/>
              <a:gdLst/>
              <a:ahLst/>
              <a:rect l="l" t="t" r="r" b="b"/>
              <a:pathLst>
                <a:path w="3966464" h="883666">
                  <a:moveTo>
                    <a:pt x="0" y="0"/>
                  </a:moveTo>
                  <a:lnTo>
                    <a:pt x="3966464" y="0"/>
                  </a:lnTo>
                  <a:lnTo>
                    <a:pt x="3966464" y="883666"/>
                  </a:lnTo>
                  <a:lnTo>
                    <a:pt x="0" y="883666"/>
                  </a:lnTo>
                  <a:close/>
                </a:path>
              </a:pathLst>
            </a:custGeom>
            <a:blipFill rotWithShape="0">
              <a:blip r:embed="rId28">
                <a:alphaModFix amt="0"/>
              </a:blip>
              <a:srcRect/>
              <a:stretch/>
            </a:blipFill>
            <a:ln cap="sq" w="14288">
              <a:solidFill>
                <a:srgbClr val="5b42f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1" name="Group 95"/>
          <p:cNvGrpSpPr/>
          <p:nvPr/>
        </p:nvGrpSpPr>
        <p:grpSpPr>
          <a:xfrm>
            <a:off x="15855840" y="1782720"/>
            <a:ext cx="630720" cy="630720"/>
            <a:chOff x="15855840" y="1782720"/>
            <a:chExt cx="630720" cy="630720"/>
          </a:xfrm>
        </p:grpSpPr>
        <p:sp>
          <p:nvSpPr>
            <p:cNvPr id="722" name="Freeform 96"/>
            <p:cNvSpPr/>
            <p:nvPr/>
          </p:nvSpPr>
          <p:spPr>
            <a:xfrm>
              <a:off x="15855840" y="17827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3" name="Group 97"/>
          <p:cNvGrpSpPr/>
          <p:nvPr/>
        </p:nvGrpSpPr>
        <p:grpSpPr>
          <a:xfrm>
            <a:off x="15999840" y="1926720"/>
            <a:ext cx="342720" cy="342720"/>
            <a:chOff x="15999840" y="1926720"/>
            <a:chExt cx="342720" cy="342720"/>
          </a:xfrm>
        </p:grpSpPr>
        <p:sp>
          <p:nvSpPr>
            <p:cNvPr id="724" name="Freeform 98"/>
            <p:cNvSpPr/>
            <p:nvPr/>
          </p:nvSpPr>
          <p:spPr>
            <a:xfrm>
              <a:off x="15999840" y="192672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25" name="Group 99"/>
          <p:cNvGrpSpPr/>
          <p:nvPr/>
        </p:nvGrpSpPr>
        <p:grpSpPr>
          <a:xfrm>
            <a:off x="11822400" y="1665720"/>
            <a:ext cx="2974320" cy="864360"/>
            <a:chOff x="11822400" y="1665720"/>
            <a:chExt cx="2974320" cy="864360"/>
          </a:xfrm>
        </p:grpSpPr>
        <p:sp>
          <p:nvSpPr>
            <p:cNvPr id="726" name="Freeform 100"/>
            <p:cNvSpPr/>
            <p:nvPr/>
          </p:nvSpPr>
          <p:spPr>
            <a:xfrm>
              <a:off x="11822400" y="1665720"/>
              <a:ext cx="2974320" cy="864360"/>
            </a:xfrm>
            <a:custGeom>
              <a:avLst/>
              <a:gdLst/>
              <a:ahLst/>
              <a:rect l="l" t="t" r="r" b="b"/>
              <a:pathLst>
                <a:path w="3966464" h="1153033">
                  <a:moveTo>
                    <a:pt x="0" y="0"/>
                  </a:moveTo>
                  <a:lnTo>
                    <a:pt x="3966464" y="0"/>
                  </a:lnTo>
                  <a:lnTo>
                    <a:pt x="3966464" y="1153033"/>
                  </a:lnTo>
                  <a:lnTo>
                    <a:pt x="0" y="1153033"/>
                  </a:lnTo>
                  <a:close/>
                </a:path>
              </a:pathLst>
            </a:custGeom>
            <a:blipFill rotWithShape="0">
              <a:blip r:embed="rId30">
                <a:alphaModFix amt="0"/>
              </a:blip>
              <a:srcRect/>
              <a:stretch/>
            </a:blipFill>
            <a:ln cap="sq" w="14288">
              <a:solidFill>
                <a:srgbClr val="5b42f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27" name="AutoShape 101"/>
          <p:cNvSpPr/>
          <p:nvPr/>
        </p:nvSpPr>
        <p:spPr>
          <a:xfrm>
            <a:off x="14783040" y="2086200"/>
            <a:ext cx="1079640" cy="23760"/>
          </a:xfrm>
          <a:prstGeom prst="line">
            <a:avLst/>
          </a:prstGeom>
          <a:ln cap="rnd" w="9525">
            <a:solidFill>
              <a:srgbClr val="5b42f3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28" name="Group 102"/>
          <p:cNvGrpSpPr/>
          <p:nvPr/>
        </p:nvGrpSpPr>
        <p:grpSpPr>
          <a:xfrm>
            <a:off x="11825640" y="2583360"/>
            <a:ext cx="2974320" cy="864360"/>
            <a:chOff x="11825640" y="2583360"/>
            <a:chExt cx="2974320" cy="864360"/>
          </a:xfrm>
        </p:grpSpPr>
        <p:sp>
          <p:nvSpPr>
            <p:cNvPr id="729" name="Freeform 103"/>
            <p:cNvSpPr/>
            <p:nvPr/>
          </p:nvSpPr>
          <p:spPr>
            <a:xfrm>
              <a:off x="11825640" y="2583360"/>
              <a:ext cx="2974320" cy="864360"/>
            </a:xfrm>
            <a:custGeom>
              <a:avLst/>
              <a:gdLst/>
              <a:ahLst/>
              <a:rect l="l" t="t" r="r" b="b"/>
              <a:pathLst>
                <a:path w="3966464" h="1153033">
                  <a:moveTo>
                    <a:pt x="0" y="0"/>
                  </a:moveTo>
                  <a:lnTo>
                    <a:pt x="3966464" y="0"/>
                  </a:lnTo>
                  <a:lnTo>
                    <a:pt x="3966464" y="1153033"/>
                  </a:lnTo>
                  <a:lnTo>
                    <a:pt x="0" y="1153033"/>
                  </a:lnTo>
                  <a:close/>
                </a:path>
              </a:pathLst>
            </a:custGeom>
            <a:blipFill rotWithShape="0">
              <a:blip r:embed="rId31">
                <a:alphaModFix amt="0"/>
              </a:blip>
              <a:srcRect/>
              <a:stretch/>
            </a:blipFill>
            <a:ln cap="sq" w="14288">
              <a:solidFill>
                <a:srgbClr val="5b42f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30" name="AutoShape 104"/>
          <p:cNvSpPr/>
          <p:nvPr/>
        </p:nvSpPr>
        <p:spPr>
          <a:xfrm>
            <a:off x="10757520" y="3003480"/>
            <a:ext cx="1078560" cy="14400"/>
          </a:xfrm>
          <a:prstGeom prst="line">
            <a:avLst/>
          </a:prstGeom>
          <a:ln cap="rnd" w="9525">
            <a:solidFill>
              <a:srgbClr val="5b42f3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sp>
        <p:nvSpPr>
          <p:cNvPr id="731" name="AutoShape 105"/>
          <p:cNvSpPr/>
          <p:nvPr/>
        </p:nvSpPr>
        <p:spPr>
          <a:xfrm>
            <a:off x="10754280" y="1269720"/>
            <a:ext cx="1081800" cy="23760"/>
          </a:xfrm>
          <a:prstGeom prst="line">
            <a:avLst/>
          </a:prstGeom>
          <a:ln cap="rnd" w="9525">
            <a:solidFill>
              <a:srgbClr val="5b42f3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32" name="Group 106"/>
          <p:cNvGrpSpPr/>
          <p:nvPr/>
        </p:nvGrpSpPr>
        <p:grpSpPr>
          <a:xfrm>
            <a:off x="2159640" y="5388840"/>
            <a:ext cx="7674840" cy="474120"/>
            <a:chOff x="2159640" y="5388840"/>
            <a:chExt cx="7674840" cy="474120"/>
          </a:xfrm>
        </p:grpSpPr>
        <p:sp>
          <p:nvSpPr>
            <p:cNvPr id="733" name="Freeform 107"/>
            <p:cNvSpPr/>
            <p:nvPr/>
          </p:nvSpPr>
          <p:spPr>
            <a:xfrm>
              <a:off x="2159640" y="5424480"/>
              <a:ext cx="7674840" cy="438480"/>
            </a:xfrm>
            <a:custGeom>
              <a:avLst/>
              <a:gdLst/>
              <a:ahLst/>
              <a:rect l="l" t="t" r="r" b="b"/>
              <a:pathLst>
                <a:path w="10233600" h="585000">
                  <a:moveTo>
                    <a:pt x="0" y="0"/>
                  </a:moveTo>
                  <a:lnTo>
                    <a:pt x="10233600" y="0"/>
                  </a:lnTo>
                  <a:lnTo>
                    <a:pt x="10233600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3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34" name="TextBox 108"/>
            <p:cNvSpPr/>
            <p:nvPr/>
          </p:nvSpPr>
          <p:spPr>
            <a:xfrm>
              <a:off x="2159640" y="5388840"/>
              <a:ext cx="767484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Bộ lọc theo danh mục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735" name="Group 109"/>
          <p:cNvGrpSpPr/>
          <p:nvPr/>
        </p:nvGrpSpPr>
        <p:grpSpPr>
          <a:xfrm>
            <a:off x="10130400" y="2700360"/>
            <a:ext cx="630720" cy="630720"/>
            <a:chOff x="10130400" y="2700360"/>
            <a:chExt cx="630720" cy="630720"/>
          </a:xfrm>
        </p:grpSpPr>
        <p:sp>
          <p:nvSpPr>
            <p:cNvPr id="736" name="Freeform 110"/>
            <p:cNvSpPr/>
            <p:nvPr/>
          </p:nvSpPr>
          <p:spPr>
            <a:xfrm>
              <a:off x="10130400" y="270036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37" name="Group 111"/>
          <p:cNvGrpSpPr/>
          <p:nvPr/>
        </p:nvGrpSpPr>
        <p:grpSpPr>
          <a:xfrm>
            <a:off x="10274400" y="2844360"/>
            <a:ext cx="342720" cy="342720"/>
            <a:chOff x="10274400" y="2844360"/>
            <a:chExt cx="342720" cy="342720"/>
          </a:xfrm>
        </p:grpSpPr>
        <p:sp>
          <p:nvSpPr>
            <p:cNvPr id="738" name="Freeform 112"/>
            <p:cNvSpPr/>
            <p:nvPr/>
          </p:nvSpPr>
          <p:spPr>
            <a:xfrm>
              <a:off x="10274400" y="28443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39" name="AutoShape 113"/>
          <p:cNvSpPr/>
          <p:nvPr/>
        </p:nvSpPr>
        <p:spPr>
          <a:xfrm>
            <a:off x="14831640" y="3750120"/>
            <a:ext cx="1149840" cy="23760"/>
          </a:xfrm>
          <a:prstGeom prst="line">
            <a:avLst/>
          </a:prstGeom>
          <a:ln cap="rnd" w="9525">
            <a:solidFill>
              <a:srgbClr val="5b42f3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40" name="Group 114"/>
          <p:cNvGrpSpPr/>
          <p:nvPr/>
        </p:nvGrpSpPr>
        <p:grpSpPr>
          <a:xfrm>
            <a:off x="11782440" y="3570480"/>
            <a:ext cx="3063240" cy="382320"/>
            <a:chOff x="11782440" y="3570480"/>
            <a:chExt cx="3063240" cy="382320"/>
          </a:xfrm>
        </p:grpSpPr>
        <p:sp>
          <p:nvSpPr>
            <p:cNvPr id="741" name="Freeform 115"/>
            <p:cNvSpPr/>
            <p:nvPr/>
          </p:nvSpPr>
          <p:spPr>
            <a:xfrm>
              <a:off x="11782440" y="3570480"/>
              <a:ext cx="3063240" cy="382320"/>
            </a:xfrm>
            <a:custGeom>
              <a:avLst/>
              <a:gdLst/>
              <a:ahLst/>
              <a:rect l="l" t="t" r="r" b="b"/>
              <a:pathLst>
                <a:path w="4084701" h="510413">
                  <a:moveTo>
                    <a:pt x="0" y="0"/>
                  </a:moveTo>
                  <a:lnTo>
                    <a:pt x="4084701" y="0"/>
                  </a:lnTo>
                  <a:lnTo>
                    <a:pt x="4084701" y="510413"/>
                  </a:lnTo>
                  <a:lnTo>
                    <a:pt x="0" y="510413"/>
                  </a:lnTo>
                  <a:close/>
                </a:path>
              </a:pathLst>
            </a:custGeom>
            <a:blipFill rotWithShape="0">
              <a:blip r:embed="rId34">
                <a:alphaModFix amt="0"/>
              </a:blip>
              <a:srcRect/>
              <a:stretch/>
            </a:blipFill>
            <a:ln cap="sq" w="14288">
              <a:solidFill>
                <a:srgbClr val="5b42f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42" name="Group 116"/>
          <p:cNvGrpSpPr/>
          <p:nvPr/>
        </p:nvGrpSpPr>
        <p:grpSpPr>
          <a:xfrm>
            <a:off x="15974640" y="3446640"/>
            <a:ext cx="630720" cy="630720"/>
            <a:chOff x="15974640" y="3446640"/>
            <a:chExt cx="630720" cy="630720"/>
          </a:xfrm>
        </p:grpSpPr>
        <p:sp>
          <p:nvSpPr>
            <p:cNvPr id="743" name="Freeform 117"/>
            <p:cNvSpPr/>
            <p:nvPr/>
          </p:nvSpPr>
          <p:spPr>
            <a:xfrm>
              <a:off x="15974640" y="344664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44" name="Group 118"/>
          <p:cNvGrpSpPr/>
          <p:nvPr/>
        </p:nvGrpSpPr>
        <p:grpSpPr>
          <a:xfrm>
            <a:off x="16118640" y="3590640"/>
            <a:ext cx="342720" cy="342720"/>
            <a:chOff x="16118640" y="3590640"/>
            <a:chExt cx="342720" cy="342720"/>
          </a:xfrm>
        </p:grpSpPr>
        <p:sp>
          <p:nvSpPr>
            <p:cNvPr id="745" name="Freeform 119"/>
            <p:cNvSpPr/>
            <p:nvPr/>
          </p:nvSpPr>
          <p:spPr>
            <a:xfrm>
              <a:off x="16118640" y="35906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46" name="Group 120"/>
          <p:cNvGrpSpPr/>
          <p:nvPr/>
        </p:nvGrpSpPr>
        <p:grpSpPr>
          <a:xfrm>
            <a:off x="11782440" y="4153680"/>
            <a:ext cx="3103200" cy="2279160"/>
            <a:chOff x="11782440" y="4153680"/>
            <a:chExt cx="3103200" cy="2279160"/>
          </a:xfrm>
        </p:grpSpPr>
        <p:sp>
          <p:nvSpPr>
            <p:cNvPr id="747" name="Freeform 121"/>
            <p:cNvSpPr/>
            <p:nvPr/>
          </p:nvSpPr>
          <p:spPr>
            <a:xfrm>
              <a:off x="11782440" y="4153680"/>
              <a:ext cx="3103200" cy="2279160"/>
            </a:xfrm>
            <a:custGeom>
              <a:avLst/>
              <a:gdLst/>
              <a:ahLst/>
              <a:rect l="l" t="t" r="r" b="b"/>
              <a:pathLst>
                <a:path w="4138041" h="3039491">
                  <a:moveTo>
                    <a:pt x="0" y="0"/>
                  </a:moveTo>
                  <a:lnTo>
                    <a:pt x="4138041" y="0"/>
                  </a:lnTo>
                  <a:lnTo>
                    <a:pt x="4138041" y="3039491"/>
                  </a:lnTo>
                  <a:lnTo>
                    <a:pt x="0" y="3039491"/>
                  </a:lnTo>
                  <a:close/>
                </a:path>
              </a:pathLst>
            </a:custGeom>
            <a:blipFill rotWithShape="0">
              <a:blip r:embed="rId36">
                <a:alphaModFix amt="0"/>
              </a:blip>
              <a:srcRect/>
              <a:stretch/>
            </a:blipFill>
            <a:ln cap="sq" w="14288">
              <a:solidFill>
                <a:srgbClr val="5b42f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48" name="AutoShape 122"/>
          <p:cNvSpPr/>
          <p:nvPr/>
        </p:nvSpPr>
        <p:spPr>
          <a:xfrm>
            <a:off x="10717920" y="5281200"/>
            <a:ext cx="1078560" cy="14400"/>
          </a:xfrm>
          <a:prstGeom prst="line">
            <a:avLst/>
          </a:prstGeom>
          <a:ln cap="rnd" w="9525">
            <a:solidFill>
              <a:srgbClr val="5b42f3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49" name="Group 123"/>
          <p:cNvGrpSpPr/>
          <p:nvPr/>
        </p:nvGrpSpPr>
        <p:grpSpPr>
          <a:xfrm>
            <a:off x="10094400" y="4977720"/>
            <a:ext cx="630720" cy="630720"/>
            <a:chOff x="10094400" y="4977720"/>
            <a:chExt cx="630720" cy="630720"/>
          </a:xfrm>
        </p:grpSpPr>
        <p:sp>
          <p:nvSpPr>
            <p:cNvPr id="750" name="Freeform 124"/>
            <p:cNvSpPr/>
            <p:nvPr/>
          </p:nvSpPr>
          <p:spPr>
            <a:xfrm>
              <a:off x="10094400" y="49777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51" name="Group 125"/>
          <p:cNvGrpSpPr/>
          <p:nvPr/>
        </p:nvGrpSpPr>
        <p:grpSpPr>
          <a:xfrm>
            <a:off x="10238400" y="5121720"/>
            <a:ext cx="342720" cy="342720"/>
            <a:chOff x="10238400" y="5121720"/>
            <a:chExt cx="342720" cy="342720"/>
          </a:xfrm>
        </p:grpSpPr>
        <p:sp>
          <p:nvSpPr>
            <p:cNvPr id="752" name="Freeform 126"/>
            <p:cNvSpPr/>
            <p:nvPr/>
          </p:nvSpPr>
          <p:spPr>
            <a:xfrm>
              <a:off x="10238400" y="512172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753" name="AutoShape 127"/>
          <p:cNvSpPr/>
          <p:nvPr/>
        </p:nvSpPr>
        <p:spPr>
          <a:xfrm>
            <a:off x="13632840" y="7908840"/>
            <a:ext cx="2000160" cy="14400"/>
          </a:xfrm>
          <a:prstGeom prst="line">
            <a:avLst/>
          </a:prstGeom>
          <a:ln cap="rnd" w="9525">
            <a:solidFill>
              <a:srgbClr val="5b42f3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754" name="Group 128"/>
          <p:cNvGrpSpPr/>
          <p:nvPr/>
        </p:nvGrpSpPr>
        <p:grpSpPr>
          <a:xfrm>
            <a:off x="12978360" y="7647480"/>
            <a:ext cx="662400" cy="590040"/>
            <a:chOff x="12978360" y="7647480"/>
            <a:chExt cx="662400" cy="590040"/>
          </a:xfrm>
        </p:grpSpPr>
        <p:sp>
          <p:nvSpPr>
            <p:cNvPr id="755" name="Freeform 129"/>
            <p:cNvSpPr/>
            <p:nvPr/>
          </p:nvSpPr>
          <p:spPr>
            <a:xfrm>
              <a:off x="12978360" y="7647480"/>
              <a:ext cx="662400" cy="590040"/>
            </a:xfrm>
            <a:custGeom>
              <a:avLst/>
              <a:gdLst/>
              <a:ahLst/>
              <a:rect l="l" t="t" r="r" b="b"/>
              <a:pathLst>
                <a:path w="883666" h="787019">
                  <a:moveTo>
                    <a:pt x="0" y="0"/>
                  </a:moveTo>
                  <a:lnTo>
                    <a:pt x="883666" y="0"/>
                  </a:lnTo>
                  <a:lnTo>
                    <a:pt x="883666" y="787019"/>
                  </a:lnTo>
                  <a:lnTo>
                    <a:pt x="0" y="787019"/>
                  </a:lnTo>
                  <a:close/>
                </a:path>
              </a:pathLst>
            </a:custGeom>
            <a:blipFill rotWithShape="0">
              <a:blip r:embed="rId38">
                <a:alphaModFix amt="0"/>
              </a:blip>
              <a:srcRect/>
              <a:stretch/>
            </a:blipFill>
            <a:ln cap="sq" w="14288">
              <a:solidFill>
                <a:srgbClr val="5b42f3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56" name="Group 130"/>
          <p:cNvGrpSpPr/>
          <p:nvPr/>
        </p:nvGrpSpPr>
        <p:grpSpPr>
          <a:xfrm>
            <a:off x="15626160" y="7605360"/>
            <a:ext cx="630720" cy="630720"/>
            <a:chOff x="15626160" y="7605360"/>
            <a:chExt cx="630720" cy="630720"/>
          </a:xfrm>
        </p:grpSpPr>
        <p:sp>
          <p:nvSpPr>
            <p:cNvPr id="757" name="Freeform 131"/>
            <p:cNvSpPr/>
            <p:nvPr/>
          </p:nvSpPr>
          <p:spPr>
            <a:xfrm>
              <a:off x="15626160" y="760536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58" name="Group 132"/>
          <p:cNvGrpSpPr/>
          <p:nvPr/>
        </p:nvGrpSpPr>
        <p:grpSpPr>
          <a:xfrm>
            <a:off x="15770160" y="7749360"/>
            <a:ext cx="342720" cy="342720"/>
            <a:chOff x="15770160" y="7749360"/>
            <a:chExt cx="342720" cy="342720"/>
          </a:xfrm>
        </p:grpSpPr>
        <p:sp>
          <p:nvSpPr>
            <p:cNvPr id="759" name="Freeform 133"/>
            <p:cNvSpPr/>
            <p:nvPr/>
          </p:nvSpPr>
          <p:spPr>
            <a:xfrm>
              <a:off x="15770160" y="77493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wipe dir="l"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60" name="Group 2"/>
          <p:cNvGrpSpPr/>
          <p:nvPr/>
        </p:nvGrpSpPr>
        <p:grpSpPr>
          <a:xfrm>
            <a:off x="4005720" y="5439960"/>
            <a:ext cx="3015000" cy="4338720"/>
            <a:chOff x="4005720" y="5439960"/>
            <a:chExt cx="3015000" cy="4338720"/>
          </a:xfrm>
        </p:grpSpPr>
        <p:sp>
          <p:nvSpPr>
            <p:cNvPr id="761" name="Freeform 3"/>
            <p:cNvSpPr/>
            <p:nvPr/>
          </p:nvSpPr>
          <p:spPr>
            <a:xfrm>
              <a:off x="4005720" y="5439960"/>
              <a:ext cx="3015000" cy="4338720"/>
            </a:xfrm>
            <a:custGeom>
              <a:avLst/>
              <a:gdLst/>
              <a:ahLst/>
              <a:rect l="l" t="t" r="r" b="b"/>
              <a:pathLst>
                <a:path w="4020312" h="5785485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cap="sq" w="26738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62" name="Group 4"/>
          <p:cNvGrpSpPr/>
          <p:nvPr/>
        </p:nvGrpSpPr>
        <p:grpSpPr>
          <a:xfrm>
            <a:off x="11508840" y="568080"/>
            <a:ext cx="6380640" cy="873720"/>
            <a:chOff x="11508840" y="568080"/>
            <a:chExt cx="6380640" cy="873720"/>
          </a:xfrm>
        </p:grpSpPr>
        <p:sp>
          <p:nvSpPr>
            <p:cNvPr id="763" name="Freeform 5"/>
            <p:cNvSpPr/>
            <p:nvPr/>
          </p:nvSpPr>
          <p:spPr>
            <a:xfrm>
              <a:off x="11508840" y="568080"/>
              <a:ext cx="6380640" cy="873720"/>
            </a:xfrm>
            <a:custGeom>
              <a:avLst/>
              <a:gdLst/>
              <a:ahLst/>
              <a:rect l="l" t="t" r="r" b="b"/>
              <a:pathLst>
                <a:path w="8508238" h="1165479">
                  <a:moveTo>
                    <a:pt x="0" y="582676"/>
                  </a:moveTo>
                  <a:cubicBezTo>
                    <a:pt x="0" y="260858"/>
                    <a:pt x="260858" y="0"/>
                    <a:pt x="582676" y="0"/>
                  </a:cubicBezTo>
                  <a:lnTo>
                    <a:pt x="7925562" y="0"/>
                  </a:lnTo>
                  <a:cubicBezTo>
                    <a:pt x="8247380" y="0"/>
                    <a:pt x="8508238" y="260858"/>
                    <a:pt x="8508238" y="582676"/>
                  </a:cubicBezTo>
                  <a:cubicBezTo>
                    <a:pt x="8508238" y="904494"/>
                    <a:pt x="8247380" y="1165479"/>
                    <a:pt x="7925562" y="1165479"/>
                  </a:cubicBezTo>
                  <a:lnTo>
                    <a:pt x="582676" y="1165479"/>
                  </a:lnTo>
                  <a:cubicBezTo>
                    <a:pt x="260858" y="1165479"/>
                    <a:pt x="0" y="904494"/>
                    <a:pt x="0" y="582676"/>
                  </a:cubicBezTo>
                  <a:close/>
                </a:path>
              </a:pathLst>
            </a:custGeom>
            <a:solidFill>
              <a:srgbClr val="ffffff"/>
            </a:solidFill>
            <a:ln cap="sq" w="2673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64" name="Group 6"/>
          <p:cNvGrpSpPr/>
          <p:nvPr/>
        </p:nvGrpSpPr>
        <p:grpSpPr>
          <a:xfrm>
            <a:off x="754560" y="324720"/>
            <a:ext cx="849960" cy="849960"/>
            <a:chOff x="754560" y="324720"/>
            <a:chExt cx="849960" cy="849960"/>
          </a:xfrm>
        </p:grpSpPr>
        <p:sp>
          <p:nvSpPr>
            <p:cNvPr id="765" name="Freeform 7"/>
            <p:cNvSpPr/>
            <p:nvPr/>
          </p:nvSpPr>
          <p:spPr>
            <a:xfrm>
              <a:off x="754560" y="324720"/>
              <a:ext cx="849960" cy="849960"/>
            </a:xfrm>
            <a:custGeom>
              <a:avLst/>
              <a:gdLst/>
              <a:ah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66" name="Group 8"/>
          <p:cNvGrpSpPr/>
          <p:nvPr/>
        </p:nvGrpSpPr>
        <p:grpSpPr>
          <a:xfrm>
            <a:off x="960120" y="530280"/>
            <a:ext cx="438480" cy="438480"/>
            <a:chOff x="960120" y="530280"/>
            <a:chExt cx="438480" cy="438480"/>
          </a:xfrm>
        </p:grpSpPr>
        <p:sp>
          <p:nvSpPr>
            <p:cNvPr id="767" name="Freeform 9"/>
            <p:cNvSpPr/>
            <p:nvPr/>
          </p:nvSpPr>
          <p:spPr>
            <a:xfrm>
              <a:off x="960120" y="53028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68" name="Group 10"/>
          <p:cNvGrpSpPr/>
          <p:nvPr/>
        </p:nvGrpSpPr>
        <p:grpSpPr>
          <a:xfrm>
            <a:off x="1879200" y="241200"/>
            <a:ext cx="10972440" cy="412200"/>
            <a:chOff x="1879200" y="241200"/>
            <a:chExt cx="10972440" cy="412200"/>
          </a:xfrm>
        </p:grpSpPr>
        <p:sp>
          <p:nvSpPr>
            <p:cNvPr id="769" name="Freeform 11"/>
            <p:cNvSpPr/>
            <p:nvPr/>
          </p:nvSpPr>
          <p:spPr>
            <a:xfrm>
              <a:off x="1879200" y="269640"/>
              <a:ext cx="10972440" cy="383400"/>
            </a:xfrm>
            <a:custGeom>
              <a:avLst/>
              <a:gdLst/>
              <a:ahLst/>
              <a:rect l="l" t="t" r="r" b="b"/>
              <a:pathLst>
                <a:path w="14630400" h="5118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0" name="TextBox 12"/>
            <p:cNvSpPr/>
            <p:nvPr/>
          </p:nvSpPr>
          <p:spPr>
            <a:xfrm>
              <a:off x="1879200" y="24120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771" name="Group 13"/>
          <p:cNvGrpSpPr/>
          <p:nvPr/>
        </p:nvGrpSpPr>
        <p:grpSpPr>
          <a:xfrm>
            <a:off x="1879200" y="626400"/>
            <a:ext cx="8888400" cy="767880"/>
            <a:chOff x="1879200" y="626400"/>
            <a:chExt cx="8888400" cy="767880"/>
          </a:xfrm>
        </p:grpSpPr>
        <p:sp>
          <p:nvSpPr>
            <p:cNvPr id="772" name="Freeform 14"/>
            <p:cNvSpPr/>
            <p:nvPr/>
          </p:nvSpPr>
          <p:spPr>
            <a:xfrm>
              <a:off x="1879200" y="626400"/>
              <a:ext cx="8888400" cy="767880"/>
            </a:xfrm>
            <a:custGeom>
              <a:avLst/>
              <a:gdLst/>
              <a:ahLst/>
              <a:rect l="l" t="t" r="r" b="b"/>
              <a:pathLst>
                <a:path w="11851800" h="1024200">
                  <a:moveTo>
                    <a:pt x="0" y="0"/>
                  </a:moveTo>
                  <a:lnTo>
                    <a:pt x="11851800" y="0"/>
                  </a:lnTo>
                  <a:lnTo>
                    <a:pt x="118518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3" name="TextBox 15"/>
            <p:cNvSpPr/>
            <p:nvPr/>
          </p:nvSpPr>
          <p:spPr>
            <a:xfrm>
              <a:off x="1879200" y="626400"/>
              <a:ext cx="888840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Lịch trình — 3 chế độ xem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774" name="Group 16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775" name="Freeform 17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6" name="TextBox 18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777" name="Group 19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778" name="Freeform 20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79" name="TextBox 21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9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780" name="Group 22"/>
          <p:cNvGrpSpPr/>
          <p:nvPr/>
        </p:nvGrpSpPr>
        <p:grpSpPr>
          <a:xfrm>
            <a:off x="11508840" y="568080"/>
            <a:ext cx="6380640" cy="873720"/>
            <a:chOff x="11508840" y="568080"/>
            <a:chExt cx="6380640" cy="873720"/>
          </a:xfrm>
        </p:grpSpPr>
        <p:sp>
          <p:nvSpPr>
            <p:cNvPr id="781" name="Freeform 23"/>
            <p:cNvSpPr/>
            <p:nvPr/>
          </p:nvSpPr>
          <p:spPr>
            <a:xfrm>
              <a:off x="11508840" y="568080"/>
              <a:ext cx="6380640" cy="873720"/>
            </a:xfrm>
            <a:custGeom>
              <a:avLst/>
              <a:gdLst/>
              <a:ahLst/>
              <a:rect l="l" t="t" r="r" b="b"/>
              <a:pathLst>
                <a:path w="8508238" h="1165479">
                  <a:moveTo>
                    <a:pt x="0" y="582676"/>
                  </a:moveTo>
                  <a:cubicBezTo>
                    <a:pt x="0" y="260858"/>
                    <a:pt x="260858" y="0"/>
                    <a:pt x="582676" y="0"/>
                  </a:cubicBezTo>
                  <a:lnTo>
                    <a:pt x="7925562" y="0"/>
                  </a:lnTo>
                  <a:cubicBezTo>
                    <a:pt x="8247380" y="0"/>
                    <a:pt x="8508238" y="260858"/>
                    <a:pt x="8508238" y="582676"/>
                  </a:cubicBezTo>
                  <a:cubicBezTo>
                    <a:pt x="8508238" y="904494"/>
                    <a:pt x="8247380" y="1165479"/>
                    <a:pt x="7925562" y="1165479"/>
                  </a:cubicBezTo>
                  <a:lnTo>
                    <a:pt x="582676" y="1165479"/>
                  </a:lnTo>
                  <a:cubicBezTo>
                    <a:pt x="260858" y="1165479"/>
                    <a:pt x="0" y="904494"/>
                    <a:pt x="0" y="582676"/>
                  </a:cubicBezTo>
                  <a:close/>
                </a:path>
              </a:pathLst>
            </a:custGeom>
            <a:solidFill>
              <a:srgbClr val="ffffff"/>
            </a:solidFill>
            <a:ln cap="sq" w="2673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82" name="Group 24"/>
          <p:cNvGrpSpPr/>
          <p:nvPr/>
        </p:nvGrpSpPr>
        <p:grpSpPr>
          <a:xfrm>
            <a:off x="13640400" y="545760"/>
            <a:ext cx="2118240" cy="882720"/>
            <a:chOff x="13640400" y="545760"/>
            <a:chExt cx="2118240" cy="882720"/>
          </a:xfrm>
        </p:grpSpPr>
        <p:sp>
          <p:nvSpPr>
            <p:cNvPr id="783" name="Freeform 25"/>
            <p:cNvSpPr/>
            <p:nvPr/>
          </p:nvSpPr>
          <p:spPr>
            <a:xfrm>
              <a:off x="13640400" y="581400"/>
              <a:ext cx="2118240" cy="847080"/>
            </a:xfrm>
            <a:custGeom>
              <a:avLst/>
              <a:gdLst/>
              <a:ahLst/>
              <a:rect l="l" t="t" r="r" b="b"/>
              <a:pathLst>
                <a:path w="2824800" h="1129800">
                  <a:moveTo>
                    <a:pt x="0" y="0"/>
                  </a:moveTo>
                  <a:lnTo>
                    <a:pt x="2824800" y="0"/>
                  </a:lnTo>
                  <a:lnTo>
                    <a:pt x="2824800" y="1129800"/>
                  </a:lnTo>
                  <a:lnTo>
                    <a:pt x="0" y="112980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4" name="TextBox 26"/>
            <p:cNvSpPr/>
            <p:nvPr/>
          </p:nvSpPr>
          <p:spPr>
            <a:xfrm>
              <a:off x="13640400" y="545760"/>
              <a:ext cx="2118240" cy="88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6b6880"/>
                  </a:solidFill>
                  <a:latin typeface="Calibri (MS) Bold"/>
                  <a:ea typeface="Calibri (MS) Bold"/>
                </a:rPr>
                <a:t>Tuần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785" name="Group 27"/>
          <p:cNvGrpSpPr/>
          <p:nvPr/>
        </p:nvGrpSpPr>
        <p:grpSpPr>
          <a:xfrm>
            <a:off x="15759000" y="556560"/>
            <a:ext cx="2118240" cy="882720"/>
            <a:chOff x="15759000" y="556560"/>
            <a:chExt cx="2118240" cy="882720"/>
          </a:xfrm>
        </p:grpSpPr>
        <p:sp>
          <p:nvSpPr>
            <p:cNvPr id="786" name="Freeform 28"/>
            <p:cNvSpPr/>
            <p:nvPr/>
          </p:nvSpPr>
          <p:spPr>
            <a:xfrm>
              <a:off x="15759000" y="592200"/>
              <a:ext cx="2118240" cy="847080"/>
            </a:xfrm>
            <a:custGeom>
              <a:avLst/>
              <a:gdLst/>
              <a:ahLst/>
              <a:rect l="l" t="t" r="r" b="b"/>
              <a:pathLst>
                <a:path w="2824800" h="1129800">
                  <a:moveTo>
                    <a:pt x="0" y="0"/>
                  </a:moveTo>
                  <a:lnTo>
                    <a:pt x="2824800" y="0"/>
                  </a:lnTo>
                  <a:lnTo>
                    <a:pt x="2824800" y="1129800"/>
                  </a:lnTo>
                  <a:lnTo>
                    <a:pt x="0" y="11298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87" name="TextBox 29"/>
            <p:cNvSpPr/>
            <p:nvPr/>
          </p:nvSpPr>
          <p:spPr>
            <a:xfrm>
              <a:off x="15759000" y="556560"/>
              <a:ext cx="2118240" cy="88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44546a"/>
                  </a:solidFill>
                  <a:latin typeface="Calibri (MS) Bold"/>
                  <a:ea typeface="Calibri (MS) Bold"/>
                </a:rPr>
                <a:t>Tháng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788" name="Group 30"/>
          <p:cNvGrpSpPr/>
          <p:nvPr/>
        </p:nvGrpSpPr>
        <p:grpSpPr>
          <a:xfrm>
            <a:off x="13011480" y="1811520"/>
            <a:ext cx="3375720" cy="7201800"/>
            <a:chOff x="13011480" y="1811520"/>
            <a:chExt cx="3375720" cy="7201800"/>
          </a:xfrm>
        </p:grpSpPr>
        <p:sp>
          <p:nvSpPr>
            <p:cNvPr id="789" name="Freeform 31"/>
            <p:cNvSpPr/>
            <p:nvPr/>
          </p:nvSpPr>
          <p:spPr>
            <a:xfrm>
              <a:off x="13011480" y="1811520"/>
              <a:ext cx="3375720" cy="7201800"/>
            </a:xfrm>
            <a:custGeom>
              <a:avLst/>
              <a:gdLst/>
              <a:ahLst/>
              <a:rect l="l" t="t" r="r" b="b"/>
              <a:pathLst>
                <a:path w="4501515" h="9602724">
                  <a:moveTo>
                    <a:pt x="0" y="660273"/>
                  </a:moveTo>
                  <a:cubicBezTo>
                    <a:pt x="0" y="295656"/>
                    <a:pt x="295656" y="0"/>
                    <a:pt x="660273" y="0"/>
                  </a:cubicBezTo>
                  <a:lnTo>
                    <a:pt x="3841242" y="0"/>
                  </a:lnTo>
                  <a:cubicBezTo>
                    <a:pt x="4205859" y="0"/>
                    <a:pt x="4501515" y="295656"/>
                    <a:pt x="4501515" y="660273"/>
                  </a:cubicBezTo>
                  <a:lnTo>
                    <a:pt x="4501515" y="8942451"/>
                  </a:lnTo>
                  <a:cubicBezTo>
                    <a:pt x="4501515" y="9307068"/>
                    <a:pt x="4205859" y="9602724"/>
                    <a:pt x="3841242" y="9602724"/>
                  </a:cubicBezTo>
                  <a:lnTo>
                    <a:pt x="660273" y="9602724"/>
                  </a:lnTo>
                  <a:cubicBezTo>
                    <a:pt x="295656" y="9602597"/>
                    <a:pt x="0" y="9307068"/>
                    <a:pt x="0" y="8942451"/>
                  </a:cubicBezTo>
                  <a:close/>
                </a:path>
              </a:pathLst>
            </a:custGeom>
            <a:solidFill>
              <a:srgbClr val="17142e"/>
            </a:solidFill>
            <a:ln cap="sq" w="26738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90" name="Group 32"/>
          <p:cNvGrpSpPr/>
          <p:nvPr/>
        </p:nvGrpSpPr>
        <p:grpSpPr>
          <a:xfrm>
            <a:off x="11637720" y="669240"/>
            <a:ext cx="2002680" cy="692640"/>
            <a:chOff x="11637720" y="669240"/>
            <a:chExt cx="2002680" cy="692640"/>
          </a:xfrm>
        </p:grpSpPr>
        <p:sp>
          <p:nvSpPr>
            <p:cNvPr id="791" name="Freeform 33"/>
            <p:cNvSpPr/>
            <p:nvPr/>
          </p:nvSpPr>
          <p:spPr>
            <a:xfrm>
              <a:off x="11637720" y="669240"/>
              <a:ext cx="2002680" cy="692640"/>
            </a:xfrm>
            <a:custGeom>
              <a:avLst/>
              <a:gdLst/>
              <a:ahLst/>
              <a:rect l="l" t="t" r="r" b="b"/>
              <a:pathLst>
                <a:path w="2670556" h="924052">
                  <a:moveTo>
                    <a:pt x="0" y="462026"/>
                  </a:moveTo>
                  <a:cubicBezTo>
                    <a:pt x="0" y="206883"/>
                    <a:pt x="206883" y="0"/>
                    <a:pt x="462026" y="0"/>
                  </a:cubicBezTo>
                  <a:lnTo>
                    <a:pt x="2208657" y="0"/>
                  </a:lnTo>
                  <a:cubicBezTo>
                    <a:pt x="2463800" y="0"/>
                    <a:pt x="2670556" y="206883"/>
                    <a:pt x="2670556" y="462026"/>
                  </a:cubicBezTo>
                  <a:cubicBezTo>
                    <a:pt x="2670556" y="717169"/>
                    <a:pt x="2463800" y="924052"/>
                    <a:pt x="2208657" y="924052"/>
                  </a:cubicBezTo>
                  <a:lnTo>
                    <a:pt x="462026" y="924052"/>
                  </a:lnTo>
                  <a:cubicBezTo>
                    <a:pt x="206883" y="924052"/>
                    <a:pt x="0" y="717169"/>
                    <a:pt x="0" y="462026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792" name="Group 34"/>
          <p:cNvGrpSpPr/>
          <p:nvPr/>
        </p:nvGrpSpPr>
        <p:grpSpPr>
          <a:xfrm>
            <a:off x="12677400" y="9124920"/>
            <a:ext cx="4043880" cy="536040"/>
            <a:chOff x="12677400" y="9124920"/>
            <a:chExt cx="4043880" cy="536040"/>
          </a:xfrm>
        </p:grpSpPr>
        <p:sp>
          <p:nvSpPr>
            <p:cNvPr id="793" name="Freeform 35"/>
            <p:cNvSpPr/>
            <p:nvPr/>
          </p:nvSpPr>
          <p:spPr>
            <a:xfrm>
              <a:off x="12677400" y="9160920"/>
              <a:ext cx="4043880" cy="500040"/>
            </a:xfrm>
            <a:custGeom>
              <a:avLst/>
              <a:gdLst/>
              <a:ahLst/>
              <a:rect l="l" t="t" r="r" b="b"/>
              <a:pathLst>
                <a:path w="5392200" h="667200">
                  <a:moveTo>
                    <a:pt x="0" y="0"/>
                  </a:moveTo>
                  <a:lnTo>
                    <a:pt x="5392200" y="0"/>
                  </a:lnTo>
                  <a:lnTo>
                    <a:pt x="5392200" y="667200"/>
                  </a:lnTo>
                  <a:lnTo>
                    <a:pt x="0" y="66720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4" name="TextBox 36"/>
            <p:cNvSpPr/>
            <p:nvPr/>
          </p:nvSpPr>
          <p:spPr>
            <a:xfrm>
              <a:off x="12677400" y="9124920"/>
              <a:ext cx="4043880" cy="53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Xem theo Ngày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795" name="Group 37"/>
          <p:cNvGrpSpPr/>
          <p:nvPr/>
        </p:nvGrpSpPr>
        <p:grpSpPr>
          <a:xfrm>
            <a:off x="12677400" y="9594360"/>
            <a:ext cx="4043880" cy="452160"/>
            <a:chOff x="12677400" y="9594360"/>
            <a:chExt cx="4043880" cy="452160"/>
          </a:xfrm>
        </p:grpSpPr>
        <p:sp>
          <p:nvSpPr>
            <p:cNvPr id="796" name="Freeform 38"/>
            <p:cNvSpPr/>
            <p:nvPr/>
          </p:nvSpPr>
          <p:spPr>
            <a:xfrm>
              <a:off x="12677400" y="9622800"/>
              <a:ext cx="4043880" cy="423720"/>
            </a:xfrm>
            <a:custGeom>
              <a:avLst/>
              <a:gdLst/>
              <a:ahLst/>
              <a:rect l="l" t="t" r="r" b="b"/>
              <a:pathLst>
                <a:path w="5392200" h="565200">
                  <a:moveTo>
                    <a:pt x="0" y="0"/>
                  </a:moveTo>
                  <a:lnTo>
                    <a:pt x="5392200" y="0"/>
                  </a:lnTo>
                  <a:lnTo>
                    <a:pt x="5392200" y="565200"/>
                  </a:lnTo>
                  <a:lnTo>
                    <a:pt x="0" y="5652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797" name="TextBox 39"/>
            <p:cNvSpPr/>
            <p:nvPr/>
          </p:nvSpPr>
          <p:spPr>
            <a:xfrm>
              <a:off x="12677400" y="9594360"/>
              <a:ext cx="4043880" cy="45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146"/>
                </a:lnSpc>
                <a:buNone/>
              </a:pPr>
              <a:r>
                <a:rPr b="0" lang="en-US" sz="179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DayScheduleView</a:t>
              </a:r>
              <a:endParaRPr b="0" lang="vi-VN" sz="1790" spc="-1" strike="noStrike">
                <a:latin typeface="Noto Sans CJK SC"/>
              </a:endParaRPr>
            </a:p>
          </p:txBody>
        </p:sp>
      </p:grpSp>
      <p:sp>
        <p:nvSpPr>
          <p:cNvPr id="798" name="TextBox 40"/>
          <p:cNvSpPr/>
          <p:nvPr/>
        </p:nvSpPr>
        <p:spPr>
          <a:xfrm>
            <a:off x="1024200" y="1658880"/>
            <a:ext cx="8978040" cy="33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Đồng bộ ngày lễ công cộng Việt Nam theo năm từ API date.nager.at ngay trong màn hình này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Chạm lần thứ 2 vào một ngày để mở popup xem chi tiết toàn bộ sự kiện trong ngày đó</a:t>
            </a:r>
            <a:endParaRPr b="0" lang="vi-VN" sz="2550" spc="-1" strike="noStrike">
              <a:latin typeface="Noto Sans CJK SC"/>
            </a:endParaRPr>
          </a:p>
        </p:txBody>
      </p:sp>
      <p:grpSp>
        <p:nvGrpSpPr>
          <p:cNvPr id="799" name="Group 41"/>
          <p:cNvGrpSpPr/>
          <p:nvPr/>
        </p:nvGrpSpPr>
        <p:grpSpPr>
          <a:xfrm>
            <a:off x="13640400" y="545760"/>
            <a:ext cx="2118240" cy="882720"/>
            <a:chOff x="13640400" y="545760"/>
            <a:chExt cx="2118240" cy="882720"/>
          </a:xfrm>
        </p:grpSpPr>
        <p:sp>
          <p:nvSpPr>
            <p:cNvPr id="800" name="Freeform 42"/>
            <p:cNvSpPr/>
            <p:nvPr/>
          </p:nvSpPr>
          <p:spPr>
            <a:xfrm>
              <a:off x="13640400" y="581400"/>
              <a:ext cx="2118240" cy="847080"/>
            </a:xfrm>
            <a:custGeom>
              <a:avLst/>
              <a:gdLst/>
              <a:ahLst/>
              <a:rect l="l" t="t" r="r" b="b"/>
              <a:pathLst>
                <a:path w="2824800" h="1129800">
                  <a:moveTo>
                    <a:pt x="0" y="0"/>
                  </a:moveTo>
                  <a:lnTo>
                    <a:pt x="2824800" y="0"/>
                  </a:lnTo>
                  <a:lnTo>
                    <a:pt x="2824800" y="1129800"/>
                  </a:lnTo>
                  <a:lnTo>
                    <a:pt x="0" y="112980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1" name="TextBox 43"/>
            <p:cNvSpPr/>
            <p:nvPr/>
          </p:nvSpPr>
          <p:spPr>
            <a:xfrm>
              <a:off x="13640400" y="545760"/>
              <a:ext cx="2118240" cy="88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6b6880"/>
                  </a:solidFill>
                  <a:latin typeface="Calibri (MS) Bold"/>
                  <a:ea typeface="Calibri (MS) Bold"/>
                </a:rPr>
                <a:t>Tuần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802" name="Group 44"/>
          <p:cNvGrpSpPr/>
          <p:nvPr/>
        </p:nvGrpSpPr>
        <p:grpSpPr>
          <a:xfrm>
            <a:off x="11522160" y="545760"/>
            <a:ext cx="2118240" cy="882720"/>
            <a:chOff x="11522160" y="545760"/>
            <a:chExt cx="2118240" cy="882720"/>
          </a:xfrm>
        </p:grpSpPr>
        <p:sp>
          <p:nvSpPr>
            <p:cNvPr id="803" name="Freeform 45"/>
            <p:cNvSpPr/>
            <p:nvPr/>
          </p:nvSpPr>
          <p:spPr>
            <a:xfrm>
              <a:off x="11522160" y="581400"/>
              <a:ext cx="2118240" cy="847080"/>
            </a:xfrm>
            <a:custGeom>
              <a:avLst/>
              <a:gdLst/>
              <a:ahLst/>
              <a:rect l="l" t="t" r="r" b="b"/>
              <a:pathLst>
                <a:path w="2824800" h="1129800">
                  <a:moveTo>
                    <a:pt x="0" y="0"/>
                  </a:moveTo>
                  <a:lnTo>
                    <a:pt x="2824800" y="0"/>
                  </a:lnTo>
                  <a:lnTo>
                    <a:pt x="2824800" y="1129800"/>
                  </a:lnTo>
                  <a:lnTo>
                    <a:pt x="0" y="112980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04" name="TextBox 46"/>
            <p:cNvSpPr/>
            <p:nvPr/>
          </p:nvSpPr>
          <p:spPr>
            <a:xfrm>
              <a:off x="11522160" y="545760"/>
              <a:ext cx="2118240" cy="88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Ngày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805" name="Group 47"/>
          <p:cNvGrpSpPr/>
          <p:nvPr/>
        </p:nvGrpSpPr>
        <p:grpSpPr>
          <a:xfrm>
            <a:off x="13205160" y="2166480"/>
            <a:ext cx="2988000" cy="6638040"/>
            <a:chOff x="13205160" y="2166480"/>
            <a:chExt cx="2988000" cy="6638040"/>
          </a:xfrm>
        </p:grpSpPr>
        <p:sp>
          <p:nvSpPr>
            <p:cNvPr id="806" name="Freeform 48"/>
            <p:cNvSpPr/>
            <p:nvPr/>
          </p:nvSpPr>
          <p:spPr>
            <a:xfrm>
              <a:off x="13205160" y="2166480"/>
              <a:ext cx="2988000" cy="6638040"/>
            </a:xfrm>
            <a:custGeom>
              <a:avLst/>
              <a:gdLst/>
              <a:ahLst/>
              <a:rect l="l" t="t" r="r" b="b"/>
              <a:pathLst>
                <a:path w="3984625" h="8851011">
                  <a:moveTo>
                    <a:pt x="0" y="0"/>
                  </a:moveTo>
                  <a:lnTo>
                    <a:pt x="3984625" y="0"/>
                  </a:lnTo>
                  <a:lnTo>
                    <a:pt x="3984625" y="8851011"/>
                  </a:lnTo>
                  <a:lnTo>
                    <a:pt x="0" y="885101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07" name="Group 49"/>
          <p:cNvGrpSpPr/>
          <p:nvPr/>
        </p:nvGrpSpPr>
        <p:grpSpPr>
          <a:xfrm>
            <a:off x="14160240" y="2081160"/>
            <a:ext cx="1078200" cy="198360"/>
            <a:chOff x="14160240" y="2081160"/>
            <a:chExt cx="1078200" cy="198360"/>
          </a:xfrm>
        </p:grpSpPr>
        <p:sp>
          <p:nvSpPr>
            <p:cNvPr id="808" name="Freeform 50"/>
            <p:cNvSpPr/>
            <p:nvPr/>
          </p:nvSpPr>
          <p:spPr>
            <a:xfrm>
              <a:off x="14160240" y="2081160"/>
              <a:ext cx="1078200" cy="198360"/>
            </a:xfrm>
            <a:custGeom>
              <a:avLst/>
              <a:gdLst/>
              <a:ahLst/>
              <a:rect l="l" t="t" r="r" b="b"/>
              <a:pathLst>
                <a:path w="1438148" h="265176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09" name="Group 51"/>
          <p:cNvGrpSpPr/>
          <p:nvPr/>
        </p:nvGrpSpPr>
        <p:grpSpPr>
          <a:xfrm>
            <a:off x="4261320" y="5709960"/>
            <a:ext cx="2503800" cy="3798720"/>
            <a:chOff x="4261320" y="5709960"/>
            <a:chExt cx="2503800" cy="3798720"/>
          </a:xfrm>
        </p:grpSpPr>
        <p:sp>
          <p:nvSpPr>
            <p:cNvPr id="810" name="Freeform 52"/>
            <p:cNvSpPr/>
            <p:nvPr/>
          </p:nvSpPr>
          <p:spPr>
            <a:xfrm>
              <a:off x="4261320" y="5709960"/>
              <a:ext cx="2503800" cy="3798720"/>
            </a:xfrm>
            <a:custGeom>
              <a:avLst/>
              <a:gdLst/>
              <a:ahLst/>
              <a:rect l="l" t="t" r="r" b="b"/>
              <a:pathLst>
                <a:path w="3338830" h="5065395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11" name="Group 53"/>
          <p:cNvGrpSpPr/>
          <p:nvPr/>
        </p:nvGrpSpPr>
        <p:grpSpPr>
          <a:xfrm>
            <a:off x="4973760" y="5625360"/>
            <a:ext cx="1078200" cy="198360"/>
            <a:chOff x="4973760" y="5625360"/>
            <a:chExt cx="1078200" cy="198360"/>
          </a:xfrm>
        </p:grpSpPr>
        <p:sp>
          <p:nvSpPr>
            <p:cNvPr id="812" name="Freeform 54"/>
            <p:cNvSpPr/>
            <p:nvPr/>
          </p:nvSpPr>
          <p:spPr>
            <a:xfrm>
              <a:off x="4973760" y="5625360"/>
              <a:ext cx="1078200" cy="198360"/>
            </a:xfrm>
            <a:custGeom>
              <a:avLst/>
              <a:gdLst/>
              <a:ahLst/>
              <a:rect l="l" t="t" r="r" b="b"/>
              <a:pathLst>
                <a:path w="1438148" h="265176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wipe dir="l"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13" name="Group 2"/>
          <p:cNvGrpSpPr/>
          <p:nvPr/>
        </p:nvGrpSpPr>
        <p:grpSpPr>
          <a:xfrm>
            <a:off x="754560" y="324720"/>
            <a:ext cx="849960" cy="849960"/>
            <a:chOff x="754560" y="324720"/>
            <a:chExt cx="849960" cy="849960"/>
          </a:xfrm>
        </p:grpSpPr>
        <p:sp>
          <p:nvSpPr>
            <p:cNvPr id="814" name="Freeform 3"/>
            <p:cNvSpPr/>
            <p:nvPr/>
          </p:nvSpPr>
          <p:spPr>
            <a:xfrm>
              <a:off x="754560" y="324720"/>
              <a:ext cx="849960" cy="849960"/>
            </a:xfrm>
            <a:custGeom>
              <a:avLst/>
              <a:gdLst/>
              <a:ah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15" name="Group 4"/>
          <p:cNvGrpSpPr/>
          <p:nvPr/>
        </p:nvGrpSpPr>
        <p:grpSpPr>
          <a:xfrm>
            <a:off x="960120" y="530280"/>
            <a:ext cx="438480" cy="438480"/>
            <a:chOff x="960120" y="530280"/>
            <a:chExt cx="438480" cy="438480"/>
          </a:xfrm>
        </p:grpSpPr>
        <p:sp>
          <p:nvSpPr>
            <p:cNvPr id="816" name="Freeform 5"/>
            <p:cNvSpPr/>
            <p:nvPr/>
          </p:nvSpPr>
          <p:spPr>
            <a:xfrm>
              <a:off x="960120" y="53028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17" name="Group 6"/>
          <p:cNvGrpSpPr/>
          <p:nvPr/>
        </p:nvGrpSpPr>
        <p:grpSpPr>
          <a:xfrm>
            <a:off x="1879200" y="241200"/>
            <a:ext cx="10972440" cy="412200"/>
            <a:chOff x="1879200" y="241200"/>
            <a:chExt cx="10972440" cy="412200"/>
          </a:xfrm>
        </p:grpSpPr>
        <p:sp>
          <p:nvSpPr>
            <p:cNvPr id="818" name="Freeform 7"/>
            <p:cNvSpPr/>
            <p:nvPr/>
          </p:nvSpPr>
          <p:spPr>
            <a:xfrm>
              <a:off x="1879200" y="269640"/>
              <a:ext cx="10972440" cy="383400"/>
            </a:xfrm>
            <a:custGeom>
              <a:avLst/>
              <a:gdLst/>
              <a:ahLst/>
              <a:rect l="l" t="t" r="r" b="b"/>
              <a:pathLst>
                <a:path w="14630400" h="5118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19" name="TextBox 8"/>
            <p:cNvSpPr/>
            <p:nvPr/>
          </p:nvSpPr>
          <p:spPr>
            <a:xfrm>
              <a:off x="1879200" y="24120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820" name="Group 9"/>
          <p:cNvGrpSpPr/>
          <p:nvPr/>
        </p:nvGrpSpPr>
        <p:grpSpPr>
          <a:xfrm>
            <a:off x="1879200" y="626400"/>
            <a:ext cx="8401320" cy="767880"/>
            <a:chOff x="1879200" y="626400"/>
            <a:chExt cx="8401320" cy="767880"/>
          </a:xfrm>
        </p:grpSpPr>
        <p:sp>
          <p:nvSpPr>
            <p:cNvPr id="821" name="Freeform 10"/>
            <p:cNvSpPr/>
            <p:nvPr/>
          </p:nvSpPr>
          <p:spPr>
            <a:xfrm>
              <a:off x="1879200" y="626400"/>
              <a:ext cx="8401320" cy="767880"/>
            </a:xfrm>
            <a:custGeom>
              <a:avLst/>
              <a:gdLst/>
              <a:ahLst/>
              <a:rect l="l" t="t" r="r" b="b"/>
              <a:pathLst>
                <a:path w="11202000" h="1024200">
                  <a:moveTo>
                    <a:pt x="0" y="0"/>
                  </a:moveTo>
                  <a:lnTo>
                    <a:pt x="11202000" y="0"/>
                  </a:lnTo>
                  <a:lnTo>
                    <a:pt x="112020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2" name="TextBox 11"/>
            <p:cNvSpPr/>
            <p:nvPr/>
          </p:nvSpPr>
          <p:spPr>
            <a:xfrm>
              <a:off x="1879200" y="626400"/>
              <a:ext cx="840096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Lịch trình — 3 chế độ xem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823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824" name="Freeform 13"/>
            <p:cNvSpPr/>
            <p:nvPr/>
          </p:nvSpPr>
          <p:spPr>
            <a:xfrm>
              <a:off x="754560" y="9765720"/>
              <a:ext cx="9600840" cy="383400"/>
            </a:xfrm>
            <a:custGeom>
              <a:avLst/>
              <a:gdLst/>
              <a:ahLst/>
              <a:rect l="l" t="t" r="r" b="b"/>
              <a:pathLst>
                <a:path w="12801600" h="5118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5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826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827" name="Freeform 16"/>
            <p:cNvSpPr/>
            <p:nvPr/>
          </p:nvSpPr>
          <p:spPr>
            <a:xfrm>
              <a:off x="16710120" y="9765720"/>
              <a:ext cx="822600" cy="383400"/>
            </a:xfrm>
            <a:custGeom>
              <a:avLst/>
              <a:gdLst/>
              <a:ahLst/>
              <a:rect l="l" t="t" r="r" b="b"/>
              <a:pathLst>
                <a:path w="1097400" h="5118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28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10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829" name="Group 18"/>
          <p:cNvGrpSpPr/>
          <p:nvPr/>
        </p:nvGrpSpPr>
        <p:grpSpPr>
          <a:xfrm>
            <a:off x="13011480" y="1811520"/>
            <a:ext cx="3375720" cy="7201800"/>
            <a:chOff x="13011480" y="1811520"/>
            <a:chExt cx="3375720" cy="7201800"/>
          </a:xfrm>
        </p:grpSpPr>
        <p:sp>
          <p:nvSpPr>
            <p:cNvPr id="830" name="Freeform 19"/>
            <p:cNvSpPr/>
            <p:nvPr/>
          </p:nvSpPr>
          <p:spPr>
            <a:xfrm>
              <a:off x="13011480" y="1811520"/>
              <a:ext cx="3375720" cy="7201800"/>
            </a:xfrm>
            <a:custGeom>
              <a:avLst/>
              <a:gdLst/>
              <a:ahLst/>
              <a:rect l="l" t="t" r="r" b="b"/>
              <a:pathLst>
                <a:path w="4501515" h="9602724">
                  <a:moveTo>
                    <a:pt x="0" y="660273"/>
                  </a:moveTo>
                  <a:cubicBezTo>
                    <a:pt x="0" y="295656"/>
                    <a:pt x="295656" y="0"/>
                    <a:pt x="660273" y="0"/>
                  </a:cubicBezTo>
                  <a:lnTo>
                    <a:pt x="3841242" y="0"/>
                  </a:lnTo>
                  <a:cubicBezTo>
                    <a:pt x="4205859" y="0"/>
                    <a:pt x="4501515" y="295656"/>
                    <a:pt x="4501515" y="660273"/>
                  </a:cubicBezTo>
                  <a:lnTo>
                    <a:pt x="4501515" y="8942451"/>
                  </a:lnTo>
                  <a:cubicBezTo>
                    <a:pt x="4501515" y="9307068"/>
                    <a:pt x="4205859" y="9602724"/>
                    <a:pt x="3841242" y="9602724"/>
                  </a:cubicBezTo>
                  <a:lnTo>
                    <a:pt x="660273" y="9602724"/>
                  </a:lnTo>
                  <a:cubicBezTo>
                    <a:pt x="295656" y="9602597"/>
                    <a:pt x="0" y="9307068"/>
                    <a:pt x="0" y="8942451"/>
                  </a:cubicBezTo>
                  <a:close/>
                </a:path>
              </a:pathLst>
            </a:custGeom>
            <a:solidFill>
              <a:srgbClr val="17142e"/>
            </a:solidFill>
            <a:ln cap="sq" w="26738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31" name="Group 20"/>
          <p:cNvGrpSpPr/>
          <p:nvPr/>
        </p:nvGrpSpPr>
        <p:grpSpPr>
          <a:xfrm>
            <a:off x="11503440" y="568080"/>
            <a:ext cx="6391440" cy="884160"/>
            <a:chOff x="11503440" y="568080"/>
            <a:chExt cx="6391440" cy="884160"/>
          </a:xfrm>
        </p:grpSpPr>
        <p:sp>
          <p:nvSpPr>
            <p:cNvPr id="832" name="Freeform 21"/>
            <p:cNvSpPr/>
            <p:nvPr/>
          </p:nvSpPr>
          <p:spPr>
            <a:xfrm>
              <a:off x="11503440" y="568080"/>
              <a:ext cx="6391440" cy="884160"/>
            </a:xfrm>
            <a:custGeom>
              <a:avLst/>
              <a:gdLst/>
              <a:ahLst/>
              <a:rect l="l" t="t" r="r" b="b"/>
              <a:pathLst>
                <a:path w="8522335" h="1179576">
                  <a:moveTo>
                    <a:pt x="0" y="589788"/>
                  </a:moveTo>
                  <a:cubicBezTo>
                    <a:pt x="0" y="264033"/>
                    <a:pt x="264033" y="0"/>
                    <a:pt x="589788" y="0"/>
                  </a:cubicBezTo>
                  <a:lnTo>
                    <a:pt x="7932547" y="0"/>
                  </a:lnTo>
                  <a:cubicBezTo>
                    <a:pt x="8258302" y="0"/>
                    <a:pt x="8522335" y="264033"/>
                    <a:pt x="8522335" y="589788"/>
                  </a:cubicBezTo>
                  <a:cubicBezTo>
                    <a:pt x="8522335" y="915543"/>
                    <a:pt x="8258302" y="1179576"/>
                    <a:pt x="7932547" y="1179576"/>
                  </a:cubicBezTo>
                  <a:lnTo>
                    <a:pt x="589788" y="1179576"/>
                  </a:lnTo>
                  <a:cubicBezTo>
                    <a:pt x="264033" y="1179576"/>
                    <a:pt x="0" y="915543"/>
                    <a:pt x="0" y="589788"/>
                  </a:cubicBezTo>
                  <a:close/>
                </a:path>
              </a:pathLst>
            </a:custGeom>
            <a:solidFill>
              <a:srgbClr val="ffffff"/>
            </a:solidFill>
            <a:ln cap="sq" w="2673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33" name="Group 22"/>
          <p:cNvGrpSpPr/>
          <p:nvPr/>
        </p:nvGrpSpPr>
        <p:grpSpPr>
          <a:xfrm>
            <a:off x="11522160" y="551160"/>
            <a:ext cx="2117880" cy="882720"/>
            <a:chOff x="11522160" y="551160"/>
            <a:chExt cx="2117880" cy="882720"/>
          </a:xfrm>
        </p:grpSpPr>
        <p:sp>
          <p:nvSpPr>
            <p:cNvPr id="834" name="Freeform 23"/>
            <p:cNvSpPr/>
            <p:nvPr/>
          </p:nvSpPr>
          <p:spPr>
            <a:xfrm>
              <a:off x="11522160" y="586800"/>
              <a:ext cx="2117880" cy="846720"/>
            </a:xfrm>
            <a:custGeom>
              <a:avLst/>
              <a:gdLst/>
              <a:ahLst/>
              <a:rect l="l" t="t" r="r" b="b"/>
              <a:pathLst>
                <a:path w="2824366" h="1129578">
                  <a:moveTo>
                    <a:pt x="0" y="0"/>
                  </a:moveTo>
                  <a:lnTo>
                    <a:pt x="2824366" y="0"/>
                  </a:lnTo>
                  <a:lnTo>
                    <a:pt x="2824366" y="1129578"/>
                  </a:lnTo>
                  <a:lnTo>
                    <a:pt x="0" y="1129578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35" name="TextBox 24"/>
            <p:cNvSpPr/>
            <p:nvPr/>
          </p:nvSpPr>
          <p:spPr>
            <a:xfrm>
              <a:off x="11522160" y="551160"/>
              <a:ext cx="2117880" cy="88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6b6880"/>
                  </a:solidFill>
                  <a:latin typeface="Calibri (MS) Bold"/>
                  <a:ea typeface="Calibri (MS) Bold"/>
                </a:rPr>
                <a:t>Ngày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836" name="Group 25"/>
          <p:cNvGrpSpPr/>
          <p:nvPr/>
        </p:nvGrpSpPr>
        <p:grpSpPr>
          <a:xfrm>
            <a:off x="13787640" y="675000"/>
            <a:ext cx="2002320" cy="692640"/>
            <a:chOff x="13787640" y="675000"/>
            <a:chExt cx="2002320" cy="692640"/>
          </a:xfrm>
        </p:grpSpPr>
        <p:sp>
          <p:nvSpPr>
            <p:cNvPr id="837" name="Freeform 26"/>
            <p:cNvSpPr/>
            <p:nvPr/>
          </p:nvSpPr>
          <p:spPr>
            <a:xfrm>
              <a:off x="13787640" y="675000"/>
              <a:ext cx="2002320" cy="692640"/>
            </a:xfrm>
            <a:custGeom>
              <a:avLst/>
              <a:gdLst/>
              <a:ahLst/>
              <a:rect l="l" t="t" r="r" b="b"/>
              <a:pathLst>
                <a:path w="2670175" h="924052">
                  <a:moveTo>
                    <a:pt x="0" y="462026"/>
                  </a:moveTo>
                  <a:cubicBezTo>
                    <a:pt x="0" y="206883"/>
                    <a:pt x="206883" y="0"/>
                    <a:pt x="462026" y="0"/>
                  </a:cubicBezTo>
                  <a:lnTo>
                    <a:pt x="2208149" y="0"/>
                  </a:lnTo>
                  <a:cubicBezTo>
                    <a:pt x="2463292" y="0"/>
                    <a:pt x="2670175" y="206883"/>
                    <a:pt x="2670175" y="462026"/>
                  </a:cubicBezTo>
                  <a:cubicBezTo>
                    <a:pt x="2670175" y="717169"/>
                    <a:pt x="2463292" y="924052"/>
                    <a:pt x="2208149" y="924052"/>
                  </a:cubicBezTo>
                  <a:lnTo>
                    <a:pt x="462026" y="924052"/>
                  </a:lnTo>
                  <a:cubicBezTo>
                    <a:pt x="206883" y="924052"/>
                    <a:pt x="0" y="717169"/>
                    <a:pt x="0" y="462026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38" name="Group 27"/>
          <p:cNvGrpSpPr/>
          <p:nvPr/>
        </p:nvGrpSpPr>
        <p:grpSpPr>
          <a:xfrm>
            <a:off x="13640040" y="551160"/>
            <a:ext cx="2117880" cy="882720"/>
            <a:chOff x="13640040" y="551160"/>
            <a:chExt cx="2117880" cy="882720"/>
          </a:xfrm>
        </p:grpSpPr>
        <p:sp>
          <p:nvSpPr>
            <p:cNvPr id="839" name="Freeform 28"/>
            <p:cNvSpPr/>
            <p:nvPr/>
          </p:nvSpPr>
          <p:spPr>
            <a:xfrm>
              <a:off x="13640040" y="586800"/>
              <a:ext cx="2117880" cy="846720"/>
            </a:xfrm>
            <a:custGeom>
              <a:avLst/>
              <a:gdLst/>
              <a:ahLst/>
              <a:rect l="l" t="t" r="r" b="b"/>
              <a:pathLst>
                <a:path w="2824366" h="1129578">
                  <a:moveTo>
                    <a:pt x="0" y="0"/>
                  </a:moveTo>
                  <a:lnTo>
                    <a:pt x="2824366" y="0"/>
                  </a:lnTo>
                  <a:lnTo>
                    <a:pt x="2824366" y="1129578"/>
                  </a:lnTo>
                  <a:lnTo>
                    <a:pt x="0" y="1129578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0" name="TextBox 29"/>
            <p:cNvSpPr/>
            <p:nvPr/>
          </p:nvSpPr>
          <p:spPr>
            <a:xfrm>
              <a:off x="13640040" y="551160"/>
              <a:ext cx="2117880" cy="88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Tuần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841" name="Group 30"/>
          <p:cNvGrpSpPr/>
          <p:nvPr/>
        </p:nvGrpSpPr>
        <p:grpSpPr>
          <a:xfrm>
            <a:off x="15758280" y="551160"/>
            <a:ext cx="2117880" cy="882720"/>
            <a:chOff x="15758280" y="551160"/>
            <a:chExt cx="2117880" cy="882720"/>
          </a:xfrm>
        </p:grpSpPr>
        <p:sp>
          <p:nvSpPr>
            <p:cNvPr id="842" name="Freeform 31"/>
            <p:cNvSpPr/>
            <p:nvPr/>
          </p:nvSpPr>
          <p:spPr>
            <a:xfrm>
              <a:off x="15758280" y="586800"/>
              <a:ext cx="2117880" cy="846720"/>
            </a:xfrm>
            <a:custGeom>
              <a:avLst/>
              <a:gdLst/>
              <a:ahLst/>
              <a:rect l="l" t="t" r="r" b="b"/>
              <a:pathLst>
                <a:path w="2824366" h="1129578">
                  <a:moveTo>
                    <a:pt x="0" y="0"/>
                  </a:moveTo>
                  <a:lnTo>
                    <a:pt x="2824366" y="0"/>
                  </a:lnTo>
                  <a:lnTo>
                    <a:pt x="2824366" y="1129578"/>
                  </a:lnTo>
                  <a:lnTo>
                    <a:pt x="0" y="1129578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3" name="TextBox 32"/>
            <p:cNvSpPr/>
            <p:nvPr/>
          </p:nvSpPr>
          <p:spPr>
            <a:xfrm>
              <a:off x="15758280" y="551160"/>
              <a:ext cx="2117880" cy="882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6b6880"/>
                  </a:solidFill>
                  <a:latin typeface="Calibri (MS) Bold"/>
                  <a:ea typeface="Calibri (MS) Bold"/>
                </a:rPr>
                <a:t>Tháng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844" name="Group 33"/>
          <p:cNvGrpSpPr/>
          <p:nvPr/>
        </p:nvGrpSpPr>
        <p:grpSpPr>
          <a:xfrm>
            <a:off x="12677400" y="9157680"/>
            <a:ext cx="4043880" cy="535680"/>
            <a:chOff x="12677400" y="9157680"/>
            <a:chExt cx="4043880" cy="535680"/>
          </a:xfrm>
        </p:grpSpPr>
        <p:sp>
          <p:nvSpPr>
            <p:cNvPr id="845" name="Freeform 34"/>
            <p:cNvSpPr/>
            <p:nvPr/>
          </p:nvSpPr>
          <p:spPr>
            <a:xfrm>
              <a:off x="12677400" y="9193320"/>
              <a:ext cx="4043880" cy="500040"/>
            </a:xfrm>
            <a:custGeom>
              <a:avLst/>
              <a:gdLst/>
              <a:ahLst/>
              <a:rect l="l" t="t" r="r" b="b"/>
              <a:pathLst>
                <a:path w="5392200" h="667200">
                  <a:moveTo>
                    <a:pt x="0" y="0"/>
                  </a:moveTo>
                  <a:lnTo>
                    <a:pt x="5392200" y="0"/>
                  </a:lnTo>
                  <a:lnTo>
                    <a:pt x="5392200" y="667200"/>
                  </a:lnTo>
                  <a:lnTo>
                    <a:pt x="0" y="6672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6" name="TextBox 35"/>
            <p:cNvSpPr/>
            <p:nvPr/>
          </p:nvSpPr>
          <p:spPr>
            <a:xfrm>
              <a:off x="12677400" y="9157680"/>
              <a:ext cx="4043880" cy="53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Xem theo Tuần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847" name="Group 36"/>
          <p:cNvGrpSpPr/>
          <p:nvPr/>
        </p:nvGrpSpPr>
        <p:grpSpPr>
          <a:xfrm>
            <a:off x="12677400" y="9627120"/>
            <a:ext cx="4043880" cy="452520"/>
            <a:chOff x="12677400" y="9627120"/>
            <a:chExt cx="4043880" cy="452520"/>
          </a:xfrm>
        </p:grpSpPr>
        <p:sp>
          <p:nvSpPr>
            <p:cNvPr id="848" name="Freeform 37"/>
            <p:cNvSpPr/>
            <p:nvPr/>
          </p:nvSpPr>
          <p:spPr>
            <a:xfrm>
              <a:off x="12677400" y="9655560"/>
              <a:ext cx="4043880" cy="424080"/>
            </a:xfrm>
            <a:custGeom>
              <a:avLst/>
              <a:gdLst/>
              <a:ahLst/>
              <a:rect l="l" t="t" r="r" b="b"/>
              <a:pathLst>
                <a:path w="5392200" h="565800">
                  <a:moveTo>
                    <a:pt x="0" y="0"/>
                  </a:moveTo>
                  <a:lnTo>
                    <a:pt x="5392200" y="0"/>
                  </a:lnTo>
                  <a:lnTo>
                    <a:pt x="5392200" y="565800"/>
                  </a:lnTo>
                  <a:lnTo>
                    <a:pt x="0" y="56580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49" name="TextBox 38"/>
            <p:cNvSpPr/>
            <p:nvPr/>
          </p:nvSpPr>
          <p:spPr>
            <a:xfrm>
              <a:off x="12677400" y="9627120"/>
              <a:ext cx="4043880" cy="4525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146"/>
                </a:lnSpc>
                <a:buNone/>
              </a:pPr>
              <a:r>
                <a:rPr b="0" lang="en-US" sz="179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WeekScheduleView</a:t>
              </a:r>
              <a:endParaRPr b="0" lang="vi-VN" sz="1790" spc="-1" strike="noStrike">
                <a:latin typeface="Noto Sans CJK SC"/>
              </a:endParaRPr>
            </a:p>
          </p:txBody>
        </p:sp>
      </p:grpSp>
      <p:grpSp>
        <p:nvGrpSpPr>
          <p:cNvPr id="850" name="Group 39"/>
          <p:cNvGrpSpPr/>
          <p:nvPr/>
        </p:nvGrpSpPr>
        <p:grpSpPr>
          <a:xfrm>
            <a:off x="13245120" y="2200680"/>
            <a:ext cx="2908080" cy="3858480"/>
            <a:chOff x="13245120" y="2200680"/>
            <a:chExt cx="2908080" cy="3858480"/>
          </a:xfrm>
        </p:grpSpPr>
        <p:sp>
          <p:nvSpPr>
            <p:cNvPr id="851" name="Freeform 40"/>
            <p:cNvSpPr/>
            <p:nvPr/>
          </p:nvSpPr>
          <p:spPr>
            <a:xfrm>
              <a:off x="13245120" y="2200680"/>
              <a:ext cx="2908080" cy="3858480"/>
            </a:xfrm>
            <a:custGeom>
              <a:avLst/>
              <a:gdLst/>
              <a:ahLst/>
              <a:rect l="l" t="t" r="r" b="b"/>
              <a:pathLst>
                <a:path w="3877691" h="5144897">
                  <a:moveTo>
                    <a:pt x="0" y="0"/>
                  </a:moveTo>
                  <a:lnTo>
                    <a:pt x="3877691" y="0"/>
                  </a:lnTo>
                  <a:lnTo>
                    <a:pt x="3877691" y="5144897"/>
                  </a:lnTo>
                  <a:lnTo>
                    <a:pt x="0" y="514489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2" name="Group 41"/>
          <p:cNvGrpSpPr/>
          <p:nvPr/>
        </p:nvGrpSpPr>
        <p:grpSpPr>
          <a:xfrm>
            <a:off x="14160240" y="2081160"/>
            <a:ext cx="1078200" cy="198360"/>
            <a:chOff x="14160240" y="2081160"/>
            <a:chExt cx="1078200" cy="198360"/>
          </a:xfrm>
        </p:grpSpPr>
        <p:sp>
          <p:nvSpPr>
            <p:cNvPr id="853" name="Freeform 42"/>
            <p:cNvSpPr/>
            <p:nvPr/>
          </p:nvSpPr>
          <p:spPr>
            <a:xfrm>
              <a:off x="14160240" y="2081160"/>
              <a:ext cx="1078200" cy="198360"/>
            </a:xfrm>
            <a:custGeom>
              <a:avLst/>
              <a:gdLst/>
              <a:ahLst/>
              <a:rect l="l" t="t" r="r" b="b"/>
              <a:pathLst>
                <a:path w="1438148" h="265176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4" name="Group 43"/>
          <p:cNvGrpSpPr/>
          <p:nvPr/>
        </p:nvGrpSpPr>
        <p:grpSpPr>
          <a:xfrm>
            <a:off x="13245120" y="5928480"/>
            <a:ext cx="2908080" cy="2869560"/>
            <a:chOff x="13245120" y="5928480"/>
            <a:chExt cx="2908080" cy="2869560"/>
          </a:xfrm>
        </p:grpSpPr>
        <p:sp>
          <p:nvSpPr>
            <p:cNvPr id="855" name="Freeform 44"/>
            <p:cNvSpPr/>
            <p:nvPr/>
          </p:nvSpPr>
          <p:spPr>
            <a:xfrm>
              <a:off x="13245120" y="5928480"/>
              <a:ext cx="2908080" cy="2869560"/>
            </a:xfrm>
            <a:custGeom>
              <a:avLst/>
              <a:gdLst/>
              <a:ahLst/>
              <a:rect l="l" t="t" r="r" b="b"/>
              <a:pathLst>
                <a:path w="3877691" h="3826764">
                  <a:moveTo>
                    <a:pt x="0" y="0"/>
                  </a:moveTo>
                  <a:lnTo>
                    <a:pt x="3877691" y="0"/>
                  </a:lnTo>
                  <a:lnTo>
                    <a:pt x="3877691" y="3826764"/>
                  </a:lnTo>
                  <a:lnTo>
                    <a:pt x="0" y="382676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56" name="Group 45"/>
          <p:cNvGrpSpPr/>
          <p:nvPr/>
        </p:nvGrpSpPr>
        <p:grpSpPr>
          <a:xfrm>
            <a:off x="4005720" y="5439960"/>
            <a:ext cx="3015000" cy="4338720"/>
            <a:chOff x="4005720" y="5439960"/>
            <a:chExt cx="3015000" cy="4338720"/>
          </a:xfrm>
        </p:grpSpPr>
        <p:sp>
          <p:nvSpPr>
            <p:cNvPr id="857" name="Freeform 46"/>
            <p:cNvSpPr/>
            <p:nvPr/>
          </p:nvSpPr>
          <p:spPr>
            <a:xfrm>
              <a:off x="4005720" y="5439960"/>
              <a:ext cx="3015000" cy="4338720"/>
            </a:xfrm>
            <a:custGeom>
              <a:avLst/>
              <a:gdLst/>
              <a:ahLst/>
              <a:rect l="l" t="t" r="r" b="b"/>
              <a:pathLst>
                <a:path w="4020312" h="5785485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cap="sq" w="26738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58" name="TextBox 47"/>
          <p:cNvSpPr/>
          <p:nvPr/>
        </p:nvSpPr>
        <p:spPr>
          <a:xfrm>
            <a:off x="1024200" y="1658880"/>
            <a:ext cx="8978040" cy="33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Đồng bộ ngày lễ công cộng Việt Nam theo năm từ API date.nager.at ngay trong màn hình này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Chạm lần thứ 2 vào một ngày để mở popup xem chi tiết toàn bộ sự kiện trong ngày đó</a:t>
            </a:r>
            <a:endParaRPr b="0" lang="vi-VN" sz="2550" spc="-1" strike="noStrike">
              <a:latin typeface="Noto Sans CJK SC"/>
            </a:endParaRPr>
          </a:p>
        </p:txBody>
      </p:sp>
      <p:grpSp>
        <p:nvGrpSpPr>
          <p:cNvPr id="859" name="Group 48"/>
          <p:cNvGrpSpPr/>
          <p:nvPr/>
        </p:nvGrpSpPr>
        <p:grpSpPr>
          <a:xfrm>
            <a:off x="4261320" y="5709960"/>
            <a:ext cx="2503800" cy="3798720"/>
            <a:chOff x="4261320" y="5709960"/>
            <a:chExt cx="2503800" cy="3798720"/>
          </a:xfrm>
        </p:grpSpPr>
        <p:sp>
          <p:nvSpPr>
            <p:cNvPr id="860" name="Freeform 49"/>
            <p:cNvSpPr/>
            <p:nvPr/>
          </p:nvSpPr>
          <p:spPr>
            <a:xfrm>
              <a:off x="4261320" y="5709960"/>
              <a:ext cx="2503800" cy="3798720"/>
            </a:xfrm>
            <a:custGeom>
              <a:avLst/>
              <a:gdLst/>
              <a:ahLst/>
              <a:rect l="l" t="t" r="r" b="b"/>
              <a:pathLst>
                <a:path w="3338830" h="5065395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61" name="Group 50"/>
          <p:cNvGrpSpPr/>
          <p:nvPr/>
        </p:nvGrpSpPr>
        <p:grpSpPr>
          <a:xfrm>
            <a:off x="4005720" y="5439960"/>
            <a:ext cx="3015000" cy="4338720"/>
            <a:chOff x="4005720" y="5439960"/>
            <a:chExt cx="3015000" cy="4338720"/>
          </a:xfrm>
        </p:grpSpPr>
        <p:sp>
          <p:nvSpPr>
            <p:cNvPr id="862" name="Freeform 51"/>
            <p:cNvSpPr/>
            <p:nvPr/>
          </p:nvSpPr>
          <p:spPr>
            <a:xfrm>
              <a:off x="4005720" y="5439960"/>
              <a:ext cx="3015000" cy="4338720"/>
            </a:xfrm>
            <a:custGeom>
              <a:avLst/>
              <a:gdLst/>
              <a:ahLst/>
              <a:rect l="l" t="t" r="r" b="b"/>
              <a:pathLst>
                <a:path w="4020312" h="5785485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cap="sq" w="26738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863" name="TextBox 52"/>
          <p:cNvSpPr/>
          <p:nvPr/>
        </p:nvSpPr>
        <p:spPr>
          <a:xfrm>
            <a:off x="1024200" y="1658880"/>
            <a:ext cx="8978040" cy="33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Đồng bộ ngày lễ công cộng Việt Nam theo năm từ API date.nager.at ngay trong màn hình này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Chạm lần thứ 2 vào một ngày để mở popup xem chi tiết toàn bộ sự kiện trong ngày đó</a:t>
            </a:r>
            <a:endParaRPr b="0" lang="vi-VN" sz="2550" spc="-1" strike="noStrike">
              <a:latin typeface="Noto Sans CJK SC"/>
            </a:endParaRPr>
          </a:p>
        </p:txBody>
      </p:sp>
      <p:grpSp>
        <p:nvGrpSpPr>
          <p:cNvPr id="864" name="Group 53"/>
          <p:cNvGrpSpPr/>
          <p:nvPr/>
        </p:nvGrpSpPr>
        <p:grpSpPr>
          <a:xfrm>
            <a:off x="4261320" y="5709960"/>
            <a:ext cx="2503800" cy="3798720"/>
            <a:chOff x="4261320" y="5709960"/>
            <a:chExt cx="2503800" cy="3798720"/>
          </a:xfrm>
        </p:grpSpPr>
        <p:sp>
          <p:nvSpPr>
            <p:cNvPr id="865" name="Freeform 54"/>
            <p:cNvSpPr/>
            <p:nvPr/>
          </p:nvSpPr>
          <p:spPr>
            <a:xfrm>
              <a:off x="4261320" y="5709960"/>
              <a:ext cx="2503800" cy="3798720"/>
            </a:xfrm>
            <a:custGeom>
              <a:avLst/>
              <a:gdLst/>
              <a:ahLst/>
              <a:rect l="l" t="t" r="r" b="b"/>
              <a:pathLst>
                <a:path w="3338830" h="5065395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66" name="Group 55"/>
          <p:cNvGrpSpPr/>
          <p:nvPr/>
        </p:nvGrpSpPr>
        <p:grpSpPr>
          <a:xfrm>
            <a:off x="4973760" y="5625360"/>
            <a:ext cx="1078200" cy="198360"/>
            <a:chOff x="4973760" y="5625360"/>
            <a:chExt cx="1078200" cy="198360"/>
          </a:xfrm>
        </p:grpSpPr>
        <p:sp>
          <p:nvSpPr>
            <p:cNvPr id="867" name="Freeform 56"/>
            <p:cNvSpPr/>
            <p:nvPr/>
          </p:nvSpPr>
          <p:spPr>
            <a:xfrm>
              <a:off x="4973760" y="5625360"/>
              <a:ext cx="1078200" cy="198360"/>
            </a:xfrm>
            <a:custGeom>
              <a:avLst/>
              <a:gdLst/>
              <a:ahLst/>
              <a:rect l="l" t="t" r="r" b="b"/>
              <a:pathLst>
                <a:path w="1438148" h="265176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68" name="Group 2"/>
          <p:cNvGrpSpPr/>
          <p:nvPr/>
        </p:nvGrpSpPr>
        <p:grpSpPr>
          <a:xfrm>
            <a:off x="754560" y="324720"/>
            <a:ext cx="849960" cy="849960"/>
            <a:chOff x="754560" y="324720"/>
            <a:chExt cx="849960" cy="849960"/>
          </a:xfrm>
        </p:grpSpPr>
        <p:sp>
          <p:nvSpPr>
            <p:cNvPr id="869" name="Freeform 3"/>
            <p:cNvSpPr/>
            <p:nvPr/>
          </p:nvSpPr>
          <p:spPr>
            <a:xfrm>
              <a:off x="754560" y="324720"/>
              <a:ext cx="849960" cy="849960"/>
            </a:xfrm>
            <a:custGeom>
              <a:avLst/>
              <a:gdLst/>
              <a:ah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70" name="Group 4"/>
          <p:cNvGrpSpPr/>
          <p:nvPr/>
        </p:nvGrpSpPr>
        <p:grpSpPr>
          <a:xfrm>
            <a:off x="960120" y="530280"/>
            <a:ext cx="438480" cy="438480"/>
            <a:chOff x="960120" y="530280"/>
            <a:chExt cx="438480" cy="438480"/>
          </a:xfrm>
        </p:grpSpPr>
        <p:sp>
          <p:nvSpPr>
            <p:cNvPr id="871" name="Freeform 5"/>
            <p:cNvSpPr/>
            <p:nvPr/>
          </p:nvSpPr>
          <p:spPr>
            <a:xfrm>
              <a:off x="960120" y="53028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72" name="Group 6"/>
          <p:cNvGrpSpPr/>
          <p:nvPr/>
        </p:nvGrpSpPr>
        <p:grpSpPr>
          <a:xfrm>
            <a:off x="1879200" y="241200"/>
            <a:ext cx="10972440" cy="412200"/>
            <a:chOff x="1879200" y="241200"/>
            <a:chExt cx="10972440" cy="412200"/>
          </a:xfrm>
        </p:grpSpPr>
        <p:sp>
          <p:nvSpPr>
            <p:cNvPr id="873" name="Freeform 7"/>
            <p:cNvSpPr/>
            <p:nvPr/>
          </p:nvSpPr>
          <p:spPr>
            <a:xfrm>
              <a:off x="1879200" y="269640"/>
              <a:ext cx="10972440" cy="383400"/>
            </a:xfrm>
            <a:custGeom>
              <a:avLst/>
              <a:gdLst/>
              <a:ahLst/>
              <a:rect l="l" t="t" r="r" b="b"/>
              <a:pathLst>
                <a:path w="14630400" h="5118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4" name="TextBox 8"/>
            <p:cNvSpPr/>
            <p:nvPr/>
          </p:nvSpPr>
          <p:spPr>
            <a:xfrm>
              <a:off x="1879200" y="24120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875" name="Group 9"/>
          <p:cNvGrpSpPr/>
          <p:nvPr/>
        </p:nvGrpSpPr>
        <p:grpSpPr>
          <a:xfrm>
            <a:off x="1879200" y="626400"/>
            <a:ext cx="8401320" cy="767880"/>
            <a:chOff x="1879200" y="626400"/>
            <a:chExt cx="8401320" cy="767880"/>
          </a:xfrm>
        </p:grpSpPr>
        <p:sp>
          <p:nvSpPr>
            <p:cNvPr id="876" name="Freeform 10"/>
            <p:cNvSpPr/>
            <p:nvPr/>
          </p:nvSpPr>
          <p:spPr>
            <a:xfrm>
              <a:off x="1879200" y="626400"/>
              <a:ext cx="8401320" cy="767880"/>
            </a:xfrm>
            <a:custGeom>
              <a:avLst/>
              <a:gdLst/>
              <a:ahLst/>
              <a:rect l="l" t="t" r="r" b="b"/>
              <a:pathLst>
                <a:path w="11202000" h="1024200">
                  <a:moveTo>
                    <a:pt x="0" y="0"/>
                  </a:moveTo>
                  <a:lnTo>
                    <a:pt x="11202000" y="0"/>
                  </a:lnTo>
                  <a:lnTo>
                    <a:pt x="112020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77" name="TextBox 11"/>
            <p:cNvSpPr/>
            <p:nvPr/>
          </p:nvSpPr>
          <p:spPr>
            <a:xfrm>
              <a:off x="1879200" y="626400"/>
              <a:ext cx="840096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Lịch trình — 3 chế độ xem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878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879" name="Freeform 13"/>
            <p:cNvSpPr/>
            <p:nvPr/>
          </p:nvSpPr>
          <p:spPr>
            <a:xfrm>
              <a:off x="754560" y="9765720"/>
              <a:ext cx="9600840" cy="383400"/>
            </a:xfrm>
            <a:custGeom>
              <a:avLst/>
              <a:gdLst/>
              <a:ahLst/>
              <a:rect l="l" t="t" r="r" b="b"/>
              <a:pathLst>
                <a:path w="12801600" h="5118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0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881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882" name="Freeform 16"/>
            <p:cNvSpPr/>
            <p:nvPr/>
          </p:nvSpPr>
          <p:spPr>
            <a:xfrm>
              <a:off x="16710120" y="9765720"/>
              <a:ext cx="822600" cy="383400"/>
            </a:xfrm>
            <a:custGeom>
              <a:avLst/>
              <a:gdLst/>
              <a:ahLst/>
              <a:rect l="l" t="t" r="r" b="b"/>
              <a:pathLst>
                <a:path w="1097400" h="5118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83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11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884" name="Group 18"/>
          <p:cNvGrpSpPr/>
          <p:nvPr/>
        </p:nvGrpSpPr>
        <p:grpSpPr>
          <a:xfrm>
            <a:off x="13011480" y="1811520"/>
            <a:ext cx="3375720" cy="7201800"/>
            <a:chOff x="13011480" y="1811520"/>
            <a:chExt cx="3375720" cy="7201800"/>
          </a:xfrm>
        </p:grpSpPr>
        <p:sp>
          <p:nvSpPr>
            <p:cNvPr id="885" name="Freeform 19"/>
            <p:cNvSpPr/>
            <p:nvPr/>
          </p:nvSpPr>
          <p:spPr>
            <a:xfrm>
              <a:off x="13011480" y="1811520"/>
              <a:ext cx="3375720" cy="7201800"/>
            </a:xfrm>
            <a:custGeom>
              <a:avLst/>
              <a:gdLst/>
              <a:ahLst/>
              <a:rect l="l" t="t" r="r" b="b"/>
              <a:pathLst>
                <a:path w="4501515" h="9602724">
                  <a:moveTo>
                    <a:pt x="0" y="660273"/>
                  </a:moveTo>
                  <a:cubicBezTo>
                    <a:pt x="0" y="295656"/>
                    <a:pt x="295656" y="0"/>
                    <a:pt x="660273" y="0"/>
                  </a:cubicBezTo>
                  <a:lnTo>
                    <a:pt x="3841242" y="0"/>
                  </a:lnTo>
                  <a:cubicBezTo>
                    <a:pt x="4205859" y="0"/>
                    <a:pt x="4501515" y="295656"/>
                    <a:pt x="4501515" y="660273"/>
                  </a:cubicBezTo>
                  <a:lnTo>
                    <a:pt x="4501515" y="8942451"/>
                  </a:lnTo>
                  <a:cubicBezTo>
                    <a:pt x="4501515" y="9307068"/>
                    <a:pt x="4205859" y="9602724"/>
                    <a:pt x="3841242" y="9602724"/>
                  </a:cubicBezTo>
                  <a:lnTo>
                    <a:pt x="660273" y="9602724"/>
                  </a:lnTo>
                  <a:cubicBezTo>
                    <a:pt x="295656" y="9602597"/>
                    <a:pt x="0" y="9307068"/>
                    <a:pt x="0" y="8942451"/>
                  </a:cubicBezTo>
                  <a:close/>
                </a:path>
              </a:pathLst>
            </a:custGeom>
            <a:solidFill>
              <a:srgbClr val="17142e"/>
            </a:solidFill>
            <a:ln cap="sq" w="26738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86" name="Group 20"/>
          <p:cNvGrpSpPr/>
          <p:nvPr/>
        </p:nvGrpSpPr>
        <p:grpSpPr>
          <a:xfrm>
            <a:off x="11490840" y="566280"/>
            <a:ext cx="6416640" cy="888120"/>
            <a:chOff x="11490840" y="566280"/>
            <a:chExt cx="6416640" cy="888120"/>
          </a:xfrm>
        </p:grpSpPr>
        <p:sp>
          <p:nvSpPr>
            <p:cNvPr id="887" name="Freeform 21"/>
            <p:cNvSpPr/>
            <p:nvPr/>
          </p:nvSpPr>
          <p:spPr>
            <a:xfrm>
              <a:off x="11490840" y="566280"/>
              <a:ext cx="6416640" cy="888120"/>
            </a:xfrm>
            <a:custGeom>
              <a:avLst/>
              <a:gdLst/>
              <a:ahLst/>
              <a:rect l="l" t="t" r="r" b="b"/>
              <a:pathLst>
                <a:path w="8555863" h="1184402">
                  <a:moveTo>
                    <a:pt x="0" y="592201"/>
                  </a:moveTo>
                  <a:cubicBezTo>
                    <a:pt x="0" y="265176"/>
                    <a:pt x="265176" y="0"/>
                    <a:pt x="592201" y="0"/>
                  </a:cubicBezTo>
                  <a:lnTo>
                    <a:pt x="7963662" y="0"/>
                  </a:lnTo>
                  <a:cubicBezTo>
                    <a:pt x="8290687" y="0"/>
                    <a:pt x="8555863" y="265176"/>
                    <a:pt x="8555863" y="592201"/>
                  </a:cubicBezTo>
                  <a:cubicBezTo>
                    <a:pt x="8555863" y="919226"/>
                    <a:pt x="8290687" y="1184402"/>
                    <a:pt x="7963662" y="1184402"/>
                  </a:cubicBezTo>
                  <a:lnTo>
                    <a:pt x="592201" y="1184402"/>
                  </a:lnTo>
                  <a:cubicBezTo>
                    <a:pt x="265176" y="1184402"/>
                    <a:pt x="0" y="919353"/>
                    <a:pt x="0" y="592201"/>
                  </a:cubicBezTo>
                  <a:close/>
                </a:path>
              </a:pathLst>
            </a:custGeom>
            <a:solidFill>
              <a:srgbClr val="ffffff"/>
            </a:solidFill>
            <a:ln cap="sq" w="268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88" name="Group 22"/>
          <p:cNvGrpSpPr/>
          <p:nvPr/>
        </p:nvGrpSpPr>
        <p:grpSpPr>
          <a:xfrm>
            <a:off x="11509560" y="549720"/>
            <a:ext cx="2126160" cy="885960"/>
            <a:chOff x="11509560" y="549720"/>
            <a:chExt cx="2126160" cy="885960"/>
          </a:xfrm>
        </p:grpSpPr>
        <p:sp>
          <p:nvSpPr>
            <p:cNvPr id="889" name="Freeform 23"/>
            <p:cNvSpPr/>
            <p:nvPr/>
          </p:nvSpPr>
          <p:spPr>
            <a:xfrm>
              <a:off x="11509560" y="585360"/>
              <a:ext cx="2126160" cy="850320"/>
            </a:xfrm>
            <a:custGeom>
              <a:avLst/>
              <a:gdLst/>
              <a:ahLst/>
              <a:rect l="l" t="t" r="r" b="b"/>
              <a:pathLst>
                <a:path w="2835431" h="1134004">
                  <a:moveTo>
                    <a:pt x="0" y="0"/>
                  </a:moveTo>
                  <a:lnTo>
                    <a:pt x="2835431" y="0"/>
                  </a:lnTo>
                  <a:lnTo>
                    <a:pt x="2835431" y="1134004"/>
                  </a:lnTo>
                  <a:lnTo>
                    <a:pt x="0" y="1134004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0" name="TextBox 24"/>
            <p:cNvSpPr/>
            <p:nvPr/>
          </p:nvSpPr>
          <p:spPr>
            <a:xfrm>
              <a:off x="11509560" y="549720"/>
              <a:ext cx="2126160" cy="88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6b6880"/>
                  </a:solidFill>
                  <a:latin typeface="Calibri (MS) Bold"/>
                  <a:ea typeface="Calibri (MS) Bold"/>
                </a:rPr>
                <a:t>Ngày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891" name="Group 25"/>
          <p:cNvGrpSpPr/>
          <p:nvPr/>
        </p:nvGrpSpPr>
        <p:grpSpPr>
          <a:xfrm>
            <a:off x="13636080" y="549720"/>
            <a:ext cx="2126160" cy="885960"/>
            <a:chOff x="13636080" y="549720"/>
            <a:chExt cx="2126160" cy="885960"/>
          </a:xfrm>
        </p:grpSpPr>
        <p:sp>
          <p:nvSpPr>
            <p:cNvPr id="892" name="Freeform 26"/>
            <p:cNvSpPr/>
            <p:nvPr/>
          </p:nvSpPr>
          <p:spPr>
            <a:xfrm>
              <a:off x="13636080" y="585360"/>
              <a:ext cx="2126160" cy="850320"/>
            </a:xfrm>
            <a:custGeom>
              <a:avLst/>
              <a:gdLst/>
              <a:ahLst/>
              <a:rect l="l" t="t" r="r" b="b"/>
              <a:pathLst>
                <a:path w="2835431" h="1134004">
                  <a:moveTo>
                    <a:pt x="0" y="0"/>
                  </a:moveTo>
                  <a:lnTo>
                    <a:pt x="2835431" y="0"/>
                  </a:lnTo>
                  <a:lnTo>
                    <a:pt x="2835431" y="1134004"/>
                  </a:lnTo>
                  <a:lnTo>
                    <a:pt x="0" y="1134004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3" name="TextBox 27"/>
            <p:cNvSpPr/>
            <p:nvPr/>
          </p:nvSpPr>
          <p:spPr>
            <a:xfrm>
              <a:off x="13636080" y="549720"/>
              <a:ext cx="2126160" cy="88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6b6880"/>
                  </a:solidFill>
                  <a:latin typeface="Calibri (MS) Bold"/>
                  <a:ea typeface="Calibri (MS) Bold"/>
                </a:rPr>
                <a:t>Tuần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894" name="Group 28"/>
          <p:cNvGrpSpPr/>
          <p:nvPr/>
        </p:nvGrpSpPr>
        <p:grpSpPr>
          <a:xfrm>
            <a:off x="15820560" y="662760"/>
            <a:ext cx="2010240" cy="695520"/>
            <a:chOff x="15820560" y="662760"/>
            <a:chExt cx="2010240" cy="695520"/>
          </a:xfrm>
        </p:grpSpPr>
        <p:sp>
          <p:nvSpPr>
            <p:cNvPr id="895" name="Freeform 29"/>
            <p:cNvSpPr/>
            <p:nvPr/>
          </p:nvSpPr>
          <p:spPr>
            <a:xfrm>
              <a:off x="15820560" y="662760"/>
              <a:ext cx="2010240" cy="695520"/>
            </a:xfrm>
            <a:custGeom>
              <a:avLst/>
              <a:gdLst/>
              <a:ahLst/>
              <a:rect l="l" t="t" r="r" b="b"/>
              <a:pathLst>
                <a:path w="2680589" h="927608">
                  <a:moveTo>
                    <a:pt x="0" y="463804"/>
                  </a:moveTo>
                  <a:cubicBezTo>
                    <a:pt x="0" y="207645"/>
                    <a:pt x="207645" y="0"/>
                    <a:pt x="463804" y="0"/>
                  </a:cubicBezTo>
                  <a:lnTo>
                    <a:pt x="2216785" y="0"/>
                  </a:lnTo>
                  <a:cubicBezTo>
                    <a:pt x="2472944" y="0"/>
                    <a:pt x="2680589" y="207645"/>
                    <a:pt x="2680589" y="463804"/>
                  </a:cubicBezTo>
                  <a:cubicBezTo>
                    <a:pt x="2680589" y="719963"/>
                    <a:pt x="2472944" y="927608"/>
                    <a:pt x="2216785" y="927608"/>
                  </a:cubicBezTo>
                  <a:lnTo>
                    <a:pt x="463804" y="927608"/>
                  </a:lnTo>
                  <a:cubicBezTo>
                    <a:pt x="207645" y="927608"/>
                    <a:pt x="0" y="719963"/>
                    <a:pt x="0" y="46380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896" name="Group 30"/>
          <p:cNvGrpSpPr/>
          <p:nvPr/>
        </p:nvGrpSpPr>
        <p:grpSpPr>
          <a:xfrm>
            <a:off x="15762600" y="549720"/>
            <a:ext cx="2126160" cy="885960"/>
            <a:chOff x="15762600" y="549720"/>
            <a:chExt cx="2126160" cy="885960"/>
          </a:xfrm>
        </p:grpSpPr>
        <p:sp>
          <p:nvSpPr>
            <p:cNvPr id="897" name="Freeform 31"/>
            <p:cNvSpPr/>
            <p:nvPr/>
          </p:nvSpPr>
          <p:spPr>
            <a:xfrm>
              <a:off x="15762600" y="585360"/>
              <a:ext cx="2126160" cy="850320"/>
            </a:xfrm>
            <a:custGeom>
              <a:avLst/>
              <a:gdLst/>
              <a:ahLst/>
              <a:rect l="l" t="t" r="r" b="b"/>
              <a:pathLst>
                <a:path w="2835431" h="1134004">
                  <a:moveTo>
                    <a:pt x="0" y="0"/>
                  </a:moveTo>
                  <a:lnTo>
                    <a:pt x="2835431" y="0"/>
                  </a:lnTo>
                  <a:lnTo>
                    <a:pt x="2835431" y="1134004"/>
                  </a:lnTo>
                  <a:lnTo>
                    <a:pt x="0" y="1134004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898" name="TextBox 32"/>
            <p:cNvSpPr/>
            <p:nvPr/>
          </p:nvSpPr>
          <p:spPr>
            <a:xfrm>
              <a:off x="15762600" y="549720"/>
              <a:ext cx="2126160" cy="885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Tháng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899" name="Group 33"/>
          <p:cNvGrpSpPr/>
          <p:nvPr/>
        </p:nvGrpSpPr>
        <p:grpSpPr>
          <a:xfrm>
            <a:off x="12677400" y="9124920"/>
            <a:ext cx="4043880" cy="535680"/>
            <a:chOff x="12677400" y="9124920"/>
            <a:chExt cx="4043880" cy="535680"/>
          </a:xfrm>
        </p:grpSpPr>
        <p:sp>
          <p:nvSpPr>
            <p:cNvPr id="900" name="Freeform 34"/>
            <p:cNvSpPr/>
            <p:nvPr/>
          </p:nvSpPr>
          <p:spPr>
            <a:xfrm>
              <a:off x="12677400" y="9160560"/>
              <a:ext cx="4043880" cy="500040"/>
            </a:xfrm>
            <a:custGeom>
              <a:avLst/>
              <a:gdLst/>
              <a:ahLst/>
              <a:rect l="l" t="t" r="r" b="b"/>
              <a:pathLst>
                <a:path w="5392200" h="667200">
                  <a:moveTo>
                    <a:pt x="0" y="0"/>
                  </a:moveTo>
                  <a:lnTo>
                    <a:pt x="5392200" y="0"/>
                  </a:lnTo>
                  <a:lnTo>
                    <a:pt x="5392200" y="667200"/>
                  </a:lnTo>
                  <a:lnTo>
                    <a:pt x="0" y="6672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1" name="TextBox 35"/>
            <p:cNvSpPr/>
            <p:nvPr/>
          </p:nvSpPr>
          <p:spPr>
            <a:xfrm>
              <a:off x="12677400" y="9124920"/>
              <a:ext cx="4043880" cy="535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778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Xem theo Tháng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902" name="Group 36"/>
          <p:cNvGrpSpPr/>
          <p:nvPr/>
        </p:nvGrpSpPr>
        <p:grpSpPr>
          <a:xfrm>
            <a:off x="12677400" y="9594360"/>
            <a:ext cx="4043880" cy="452160"/>
            <a:chOff x="12677400" y="9594360"/>
            <a:chExt cx="4043880" cy="452160"/>
          </a:xfrm>
        </p:grpSpPr>
        <p:sp>
          <p:nvSpPr>
            <p:cNvPr id="903" name="Freeform 37"/>
            <p:cNvSpPr/>
            <p:nvPr/>
          </p:nvSpPr>
          <p:spPr>
            <a:xfrm>
              <a:off x="12677400" y="9622800"/>
              <a:ext cx="4043880" cy="423720"/>
            </a:xfrm>
            <a:custGeom>
              <a:avLst/>
              <a:gdLst/>
              <a:ahLst/>
              <a:rect l="l" t="t" r="r" b="b"/>
              <a:pathLst>
                <a:path w="5392200" h="565200">
                  <a:moveTo>
                    <a:pt x="0" y="0"/>
                  </a:moveTo>
                  <a:lnTo>
                    <a:pt x="5392200" y="0"/>
                  </a:lnTo>
                  <a:lnTo>
                    <a:pt x="5392200" y="565200"/>
                  </a:lnTo>
                  <a:lnTo>
                    <a:pt x="0" y="56520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04" name="TextBox 38"/>
            <p:cNvSpPr/>
            <p:nvPr/>
          </p:nvSpPr>
          <p:spPr>
            <a:xfrm>
              <a:off x="12677400" y="9594360"/>
              <a:ext cx="4043880" cy="4521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146"/>
                </a:lnSpc>
                <a:buNone/>
              </a:pPr>
              <a:r>
                <a:rPr b="0" lang="en-US" sz="179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MonthScheduleView</a:t>
              </a:r>
              <a:endParaRPr b="0" lang="vi-VN" sz="1790" spc="-1" strike="noStrike">
                <a:latin typeface="Noto Sans CJK SC"/>
              </a:endParaRPr>
            </a:p>
          </p:txBody>
        </p:sp>
      </p:grpSp>
      <p:grpSp>
        <p:nvGrpSpPr>
          <p:cNvPr id="905" name="Group 39"/>
          <p:cNvGrpSpPr/>
          <p:nvPr/>
        </p:nvGrpSpPr>
        <p:grpSpPr>
          <a:xfrm>
            <a:off x="13328640" y="2015280"/>
            <a:ext cx="2741040" cy="4234320"/>
            <a:chOff x="13328640" y="2015280"/>
            <a:chExt cx="2741040" cy="4234320"/>
          </a:xfrm>
        </p:grpSpPr>
        <p:sp>
          <p:nvSpPr>
            <p:cNvPr id="906" name="Freeform 40"/>
            <p:cNvSpPr/>
            <p:nvPr/>
          </p:nvSpPr>
          <p:spPr>
            <a:xfrm>
              <a:off x="13328640" y="2015280"/>
              <a:ext cx="2741040" cy="4234320"/>
            </a:xfrm>
            <a:custGeom>
              <a:avLst/>
              <a:gdLst/>
              <a:ahLst/>
              <a:rect l="l" t="t" r="r" b="b"/>
              <a:pathLst>
                <a:path w="3655187" h="5646166">
                  <a:moveTo>
                    <a:pt x="0" y="0"/>
                  </a:moveTo>
                  <a:lnTo>
                    <a:pt x="3655187" y="0"/>
                  </a:lnTo>
                  <a:lnTo>
                    <a:pt x="3655187" y="5646166"/>
                  </a:lnTo>
                  <a:lnTo>
                    <a:pt x="0" y="564616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07" name="Group 41"/>
          <p:cNvGrpSpPr/>
          <p:nvPr/>
        </p:nvGrpSpPr>
        <p:grpSpPr>
          <a:xfrm>
            <a:off x="14160240" y="1966680"/>
            <a:ext cx="1078200" cy="198360"/>
            <a:chOff x="14160240" y="1966680"/>
            <a:chExt cx="1078200" cy="198360"/>
          </a:xfrm>
        </p:grpSpPr>
        <p:sp>
          <p:nvSpPr>
            <p:cNvPr id="908" name="Freeform 42"/>
            <p:cNvSpPr/>
            <p:nvPr/>
          </p:nvSpPr>
          <p:spPr>
            <a:xfrm>
              <a:off x="14160240" y="1966680"/>
              <a:ext cx="1078200" cy="198360"/>
            </a:xfrm>
            <a:custGeom>
              <a:avLst/>
              <a:gdLst/>
              <a:ahLst/>
              <a:rect l="l" t="t" r="r" b="b"/>
              <a:pathLst>
                <a:path w="1438148" h="265176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09" name="Group 43"/>
          <p:cNvGrpSpPr/>
          <p:nvPr/>
        </p:nvGrpSpPr>
        <p:grpSpPr>
          <a:xfrm>
            <a:off x="13328640" y="6249960"/>
            <a:ext cx="2741040" cy="2610000"/>
            <a:chOff x="13328640" y="6249960"/>
            <a:chExt cx="2741040" cy="2610000"/>
          </a:xfrm>
        </p:grpSpPr>
        <p:sp>
          <p:nvSpPr>
            <p:cNvPr id="910" name="Freeform 44"/>
            <p:cNvSpPr/>
            <p:nvPr/>
          </p:nvSpPr>
          <p:spPr>
            <a:xfrm>
              <a:off x="13328640" y="6249960"/>
              <a:ext cx="2741040" cy="2610000"/>
            </a:xfrm>
            <a:custGeom>
              <a:avLst/>
              <a:gdLst/>
              <a:ahLst/>
              <a:rect l="l" t="t" r="r" b="b"/>
              <a:pathLst>
                <a:path w="3655187" h="3480435">
                  <a:moveTo>
                    <a:pt x="0" y="0"/>
                  </a:moveTo>
                  <a:lnTo>
                    <a:pt x="3655187" y="0"/>
                  </a:lnTo>
                  <a:lnTo>
                    <a:pt x="3655187" y="3480435"/>
                  </a:lnTo>
                  <a:lnTo>
                    <a:pt x="0" y="348043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11" name="Group 45"/>
          <p:cNvGrpSpPr/>
          <p:nvPr/>
        </p:nvGrpSpPr>
        <p:grpSpPr>
          <a:xfrm>
            <a:off x="4973760" y="5625360"/>
            <a:ext cx="1078200" cy="198360"/>
            <a:chOff x="4973760" y="5625360"/>
            <a:chExt cx="1078200" cy="198360"/>
          </a:xfrm>
        </p:grpSpPr>
        <p:sp>
          <p:nvSpPr>
            <p:cNvPr id="912" name="Freeform 46"/>
            <p:cNvSpPr/>
            <p:nvPr/>
          </p:nvSpPr>
          <p:spPr>
            <a:xfrm>
              <a:off x="4973760" y="5625360"/>
              <a:ext cx="1078200" cy="198360"/>
            </a:xfrm>
            <a:custGeom>
              <a:avLst/>
              <a:gdLst/>
              <a:ahLst/>
              <a:rect l="l" t="t" r="r" b="b"/>
              <a:pathLst>
                <a:path w="1438148" h="265176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13" name="Group 47"/>
          <p:cNvGrpSpPr/>
          <p:nvPr/>
        </p:nvGrpSpPr>
        <p:grpSpPr>
          <a:xfrm>
            <a:off x="4005720" y="5439960"/>
            <a:ext cx="3015000" cy="4338720"/>
            <a:chOff x="4005720" y="5439960"/>
            <a:chExt cx="3015000" cy="4338720"/>
          </a:xfrm>
        </p:grpSpPr>
        <p:sp>
          <p:nvSpPr>
            <p:cNvPr id="914" name="Freeform 48"/>
            <p:cNvSpPr/>
            <p:nvPr/>
          </p:nvSpPr>
          <p:spPr>
            <a:xfrm>
              <a:off x="4005720" y="5439960"/>
              <a:ext cx="3015000" cy="4338720"/>
            </a:xfrm>
            <a:custGeom>
              <a:avLst/>
              <a:gdLst/>
              <a:ahLst/>
              <a:rect l="l" t="t" r="r" b="b"/>
              <a:pathLst>
                <a:path w="4020312" h="5785485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cap="sq" w="26738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15" name="TextBox 49"/>
          <p:cNvSpPr/>
          <p:nvPr/>
        </p:nvSpPr>
        <p:spPr>
          <a:xfrm>
            <a:off x="1024200" y="1658880"/>
            <a:ext cx="8978040" cy="33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Đồng bộ ngày lễ công cộng Việt Nam theo năm từ API date.nager.at ngay trong màn hình này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Chạm lần thứ 2 vào một ngày để mở popup xem chi tiết toàn bộ sự kiện trong ngày đó</a:t>
            </a:r>
            <a:endParaRPr b="0" lang="vi-VN" sz="2550" spc="-1" strike="noStrike">
              <a:latin typeface="Noto Sans CJK SC"/>
            </a:endParaRPr>
          </a:p>
        </p:txBody>
      </p:sp>
      <p:grpSp>
        <p:nvGrpSpPr>
          <p:cNvPr id="916" name="Group 50"/>
          <p:cNvGrpSpPr/>
          <p:nvPr/>
        </p:nvGrpSpPr>
        <p:grpSpPr>
          <a:xfrm>
            <a:off x="4261320" y="5709960"/>
            <a:ext cx="2503800" cy="3798720"/>
            <a:chOff x="4261320" y="5709960"/>
            <a:chExt cx="2503800" cy="3798720"/>
          </a:xfrm>
        </p:grpSpPr>
        <p:sp>
          <p:nvSpPr>
            <p:cNvPr id="917" name="Freeform 51"/>
            <p:cNvSpPr/>
            <p:nvPr/>
          </p:nvSpPr>
          <p:spPr>
            <a:xfrm>
              <a:off x="4261320" y="5709960"/>
              <a:ext cx="2503800" cy="3798720"/>
            </a:xfrm>
            <a:custGeom>
              <a:avLst/>
              <a:gdLst/>
              <a:ahLst/>
              <a:rect l="l" t="t" r="r" b="b"/>
              <a:pathLst>
                <a:path w="3338830" h="5065395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18" name="Group 52"/>
          <p:cNvGrpSpPr/>
          <p:nvPr/>
        </p:nvGrpSpPr>
        <p:grpSpPr>
          <a:xfrm>
            <a:off x="4005720" y="5439960"/>
            <a:ext cx="3015000" cy="4338720"/>
            <a:chOff x="4005720" y="5439960"/>
            <a:chExt cx="3015000" cy="4338720"/>
          </a:xfrm>
        </p:grpSpPr>
        <p:sp>
          <p:nvSpPr>
            <p:cNvPr id="919" name="Freeform 53"/>
            <p:cNvSpPr/>
            <p:nvPr/>
          </p:nvSpPr>
          <p:spPr>
            <a:xfrm>
              <a:off x="4005720" y="5439960"/>
              <a:ext cx="3015000" cy="4338720"/>
            </a:xfrm>
            <a:custGeom>
              <a:avLst/>
              <a:gdLst/>
              <a:ahLst/>
              <a:rect l="l" t="t" r="r" b="b"/>
              <a:pathLst>
                <a:path w="4020312" h="5785485">
                  <a:moveTo>
                    <a:pt x="0" y="589661"/>
                  </a:moveTo>
                  <a:cubicBezTo>
                    <a:pt x="0" y="264033"/>
                    <a:pt x="264033" y="0"/>
                    <a:pt x="589661" y="0"/>
                  </a:cubicBezTo>
                  <a:lnTo>
                    <a:pt x="3430651" y="0"/>
                  </a:lnTo>
                  <a:cubicBezTo>
                    <a:pt x="3756279" y="0"/>
                    <a:pt x="4020312" y="264033"/>
                    <a:pt x="4020312" y="589661"/>
                  </a:cubicBezTo>
                  <a:lnTo>
                    <a:pt x="4020312" y="5195824"/>
                  </a:lnTo>
                  <a:cubicBezTo>
                    <a:pt x="4020312" y="5521452"/>
                    <a:pt x="3756279" y="5785485"/>
                    <a:pt x="3430651" y="5785485"/>
                  </a:cubicBezTo>
                  <a:lnTo>
                    <a:pt x="589661" y="5785485"/>
                  </a:lnTo>
                  <a:cubicBezTo>
                    <a:pt x="264033" y="5785485"/>
                    <a:pt x="0" y="5521452"/>
                    <a:pt x="0" y="5195824"/>
                  </a:cubicBezTo>
                  <a:close/>
                </a:path>
              </a:pathLst>
            </a:custGeom>
            <a:solidFill>
              <a:srgbClr val="17142e"/>
            </a:solidFill>
            <a:ln cap="sq" w="26738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920" name="TextBox 54"/>
          <p:cNvSpPr/>
          <p:nvPr/>
        </p:nvSpPr>
        <p:spPr>
          <a:xfrm>
            <a:off x="1024200" y="1658880"/>
            <a:ext cx="8978040" cy="333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Điều hướng tiến / lùi theo đơn vị thời gian đang chọn, có nút “Về hôm nay” để về hiện tại. Ở lịch tuần và tháng có tích hợp ViewPager cho thao tác vuốt chuyển trang 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Đồng bộ ngày lễ công cộng Việt Nam theo năm từ API date.nager.at ngay trong màn hình này</a:t>
            </a:r>
            <a:endParaRPr b="0" lang="vi-VN" sz="2550" spc="-1" strike="noStrike">
              <a:latin typeface="Noto Sans CJK SC"/>
            </a:endParaRPr>
          </a:p>
          <a:p>
            <a:pPr lvl="1" marL="404280" indent="-202320">
              <a:lnSpc>
                <a:spcPts val="3756"/>
              </a:lnSpc>
              <a:buFont typeface="Arial"/>
              <a:buChar char="•"/>
            </a:pPr>
            <a:r>
              <a:rPr b="0" lang="en-US" sz="2550" spc="-1" strike="noStrike">
                <a:solidFill>
                  <a:srgbClr val="3f3d56"/>
                </a:solidFill>
                <a:latin typeface="Calibri (MS)"/>
                <a:ea typeface="Calibri (MS)"/>
              </a:rPr>
              <a:t>Chạm lần thứ 2 vào một ngày để mở popup xem chi tiết toàn bộ sự kiện trong ngày đó</a:t>
            </a:r>
            <a:endParaRPr b="0" lang="vi-VN" sz="2550" spc="-1" strike="noStrike">
              <a:latin typeface="Noto Sans CJK SC"/>
            </a:endParaRPr>
          </a:p>
        </p:txBody>
      </p:sp>
      <p:grpSp>
        <p:nvGrpSpPr>
          <p:cNvPr id="921" name="Group 55"/>
          <p:cNvGrpSpPr/>
          <p:nvPr/>
        </p:nvGrpSpPr>
        <p:grpSpPr>
          <a:xfrm>
            <a:off x="4261320" y="5709960"/>
            <a:ext cx="2503800" cy="3798720"/>
            <a:chOff x="4261320" y="5709960"/>
            <a:chExt cx="2503800" cy="3798720"/>
          </a:xfrm>
        </p:grpSpPr>
        <p:sp>
          <p:nvSpPr>
            <p:cNvPr id="922" name="Freeform 56"/>
            <p:cNvSpPr/>
            <p:nvPr/>
          </p:nvSpPr>
          <p:spPr>
            <a:xfrm>
              <a:off x="4261320" y="5709960"/>
              <a:ext cx="2503800" cy="3798720"/>
            </a:xfrm>
            <a:custGeom>
              <a:avLst/>
              <a:gdLst/>
              <a:ahLst/>
              <a:rect l="l" t="t" r="r" b="b"/>
              <a:pathLst>
                <a:path w="3338830" h="5065395">
                  <a:moveTo>
                    <a:pt x="0" y="0"/>
                  </a:moveTo>
                  <a:lnTo>
                    <a:pt x="3338830" y="0"/>
                  </a:lnTo>
                  <a:lnTo>
                    <a:pt x="3338830" y="5065395"/>
                  </a:lnTo>
                  <a:lnTo>
                    <a:pt x="0" y="5065395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23" name="Group 57"/>
          <p:cNvGrpSpPr/>
          <p:nvPr/>
        </p:nvGrpSpPr>
        <p:grpSpPr>
          <a:xfrm>
            <a:off x="4973760" y="5625360"/>
            <a:ext cx="1078200" cy="198360"/>
            <a:chOff x="4973760" y="5625360"/>
            <a:chExt cx="1078200" cy="198360"/>
          </a:xfrm>
        </p:grpSpPr>
        <p:sp>
          <p:nvSpPr>
            <p:cNvPr id="924" name="Freeform 58"/>
            <p:cNvSpPr/>
            <p:nvPr/>
          </p:nvSpPr>
          <p:spPr>
            <a:xfrm>
              <a:off x="4973760" y="5625360"/>
              <a:ext cx="1078200" cy="198360"/>
            </a:xfrm>
            <a:custGeom>
              <a:avLst/>
              <a:gdLst/>
              <a:ahLst/>
              <a:rect l="l" t="t" r="r" b="b"/>
              <a:pathLst>
                <a:path w="1438148" h="265176">
                  <a:moveTo>
                    <a:pt x="0" y="132588"/>
                  </a:moveTo>
                  <a:cubicBezTo>
                    <a:pt x="0" y="59309"/>
                    <a:pt x="59309" y="0"/>
                    <a:pt x="132588" y="0"/>
                  </a:cubicBezTo>
                  <a:lnTo>
                    <a:pt x="1305560" y="0"/>
                  </a:lnTo>
                  <a:cubicBezTo>
                    <a:pt x="1378839" y="0"/>
                    <a:pt x="1438148" y="59309"/>
                    <a:pt x="1438148" y="132588"/>
                  </a:cubicBezTo>
                  <a:cubicBezTo>
                    <a:pt x="1438148" y="205867"/>
                    <a:pt x="1378839" y="265176"/>
                    <a:pt x="1305560" y="265176"/>
                  </a:cubicBezTo>
                  <a:lnTo>
                    <a:pt x="132588" y="265176"/>
                  </a:lnTo>
                  <a:cubicBezTo>
                    <a:pt x="59309" y="265176"/>
                    <a:pt x="0" y="205867"/>
                    <a:pt x="0" y="13258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25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926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27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928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29" name="Group 6"/>
          <p:cNvGrpSpPr/>
          <p:nvPr/>
        </p:nvGrpSpPr>
        <p:grpSpPr>
          <a:xfrm>
            <a:off x="1879200" y="602280"/>
            <a:ext cx="10972440" cy="412200"/>
            <a:chOff x="1879200" y="602280"/>
            <a:chExt cx="10972440" cy="412200"/>
          </a:xfrm>
        </p:grpSpPr>
        <p:sp>
          <p:nvSpPr>
            <p:cNvPr id="930" name="Freeform 7"/>
            <p:cNvSpPr/>
            <p:nvPr/>
          </p:nvSpPr>
          <p:spPr>
            <a:xfrm>
              <a:off x="1879200" y="631080"/>
              <a:ext cx="10972440" cy="383400"/>
            </a:xfrm>
            <a:custGeom>
              <a:avLst/>
              <a:gdLst/>
              <a:ahLst/>
              <a:rect l="l" t="t" r="r" b="b"/>
              <a:pathLst>
                <a:path w="14630400" h="5118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1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932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933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2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4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Thêm / Chỉnh sửa sự kiện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935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936" name="Freeform 13"/>
            <p:cNvSpPr/>
            <p:nvPr/>
          </p:nvSpPr>
          <p:spPr>
            <a:xfrm>
              <a:off x="754560" y="9765720"/>
              <a:ext cx="9600840" cy="383400"/>
            </a:xfrm>
            <a:custGeom>
              <a:avLst/>
              <a:gdLst/>
              <a:ahLst/>
              <a:rect l="l" t="t" r="r" b="b"/>
              <a:pathLst>
                <a:path w="12801600" h="5118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37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938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939" name="Freeform 16"/>
            <p:cNvSpPr/>
            <p:nvPr/>
          </p:nvSpPr>
          <p:spPr>
            <a:xfrm>
              <a:off x="16710120" y="9765720"/>
              <a:ext cx="822600" cy="383400"/>
            </a:xfrm>
            <a:custGeom>
              <a:avLst/>
              <a:gdLst/>
              <a:ahLst/>
              <a:rect l="l" t="t" r="r" b="b"/>
              <a:pathLst>
                <a:path w="1097400" h="5118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0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12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941" name="Group 18"/>
          <p:cNvGrpSpPr/>
          <p:nvPr/>
        </p:nvGrpSpPr>
        <p:grpSpPr>
          <a:xfrm>
            <a:off x="1866240" y="1887120"/>
            <a:ext cx="4043880" cy="6843240"/>
            <a:chOff x="1866240" y="1887120"/>
            <a:chExt cx="4043880" cy="6843240"/>
          </a:xfrm>
        </p:grpSpPr>
        <p:sp>
          <p:nvSpPr>
            <p:cNvPr id="942" name="Freeform 19"/>
            <p:cNvSpPr/>
            <p:nvPr/>
          </p:nvSpPr>
          <p:spPr>
            <a:xfrm>
              <a:off x="1866240" y="1887120"/>
              <a:ext cx="4043880" cy="6843240"/>
            </a:xfrm>
            <a:custGeom>
              <a:avLst/>
              <a:gdLst/>
              <a:ahLst/>
              <a:rect l="l" t="t" r="r" b="b"/>
              <a:pathLst>
                <a:path w="5392547" h="9124569">
                  <a:moveTo>
                    <a:pt x="0" y="551815"/>
                  </a:moveTo>
                  <a:cubicBezTo>
                    <a:pt x="0" y="247015"/>
                    <a:pt x="247015" y="0"/>
                    <a:pt x="551815" y="0"/>
                  </a:cubicBezTo>
                  <a:lnTo>
                    <a:pt x="4840732" y="0"/>
                  </a:lnTo>
                  <a:cubicBezTo>
                    <a:pt x="5145532" y="0"/>
                    <a:pt x="5392547" y="247015"/>
                    <a:pt x="5392547" y="551815"/>
                  </a:cubicBezTo>
                  <a:lnTo>
                    <a:pt x="5392547" y="8572754"/>
                  </a:lnTo>
                  <a:cubicBezTo>
                    <a:pt x="5392547" y="8877554"/>
                    <a:pt x="5145532" y="9124569"/>
                    <a:pt x="4840732" y="9124569"/>
                  </a:cubicBezTo>
                  <a:lnTo>
                    <a:pt x="551815" y="9124569"/>
                  </a:lnTo>
                  <a:cubicBezTo>
                    <a:pt x="247015" y="9124569"/>
                    <a:pt x="0" y="8877554"/>
                    <a:pt x="0" y="8572754"/>
                  </a:cubicBezTo>
                  <a:close/>
                </a:path>
              </a:pathLst>
            </a:custGeom>
            <a:solidFill>
              <a:srgbClr val="17142e"/>
            </a:solidFill>
            <a:ln cap="sq" w="259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43" name="Group 20"/>
          <p:cNvGrpSpPr/>
          <p:nvPr/>
        </p:nvGrpSpPr>
        <p:grpSpPr>
          <a:xfrm>
            <a:off x="1604880" y="8833320"/>
            <a:ext cx="4075920" cy="413640"/>
            <a:chOff x="1604880" y="8833320"/>
            <a:chExt cx="4075920" cy="413640"/>
          </a:xfrm>
        </p:grpSpPr>
        <p:sp>
          <p:nvSpPr>
            <p:cNvPr id="944" name="Freeform 21"/>
            <p:cNvSpPr/>
            <p:nvPr/>
          </p:nvSpPr>
          <p:spPr>
            <a:xfrm>
              <a:off x="1604880" y="8862120"/>
              <a:ext cx="4075920" cy="384840"/>
            </a:xfrm>
            <a:custGeom>
              <a:avLst/>
              <a:gdLst/>
              <a:ahLst/>
              <a:rect l="l" t="t" r="r" b="b"/>
              <a:pathLst>
                <a:path w="5434800" h="513600">
                  <a:moveTo>
                    <a:pt x="0" y="0"/>
                  </a:moveTo>
                  <a:lnTo>
                    <a:pt x="5434800" y="0"/>
                  </a:lnTo>
                  <a:lnTo>
                    <a:pt x="5434800" y="513600"/>
                  </a:lnTo>
                  <a:lnTo>
                    <a:pt x="0" y="51360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5" name="TextBox 22"/>
            <p:cNvSpPr/>
            <p:nvPr/>
          </p:nvSpPr>
          <p:spPr>
            <a:xfrm>
              <a:off x="1604880" y="8833320"/>
              <a:ext cx="4075920" cy="41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140"/>
                </a:lnSpc>
                <a:buNone/>
              </a:pPr>
              <a:r>
                <a:rPr b="1" lang="en-US" sz="179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AddEventScreen.kt</a:t>
              </a:r>
              <a:endParaRPr b="0" lang="vi-VN" sz="1790" spc="-1" strike="noStrike">
                <a:latin typeface="Noto Sans CJK SC"/>
              </a:endParaRPr>
            </a:p>
          </p:txBody>
        </p:sp>
      </p:grpSp>
      <p:grpSp>
        <p:nvGrpSpPr>
          <p:cNvPr id="946" name="Group 23"/>
          <p:cNvGrpSpPr/>
          <p:nvPr/>
        </p:nvGrpSpPr>
        <p:grpSpPr>
          <a:xfrm>
            <a:off x="1604880" y="9196200"/>
            <a:ext cx="4075920" cy="347400"/>
            <a:chOff x="1604880" y="9196200"/>
            <a:chExt cx="4075920" cy="347400"/>
          </a:xfrm>
        </p:grpSpPr>
        <p:sp>
          <p:nvSpPr>
            <p:cNvPr id="947" name="Freeform 24"/>
            <p:cNvSpPr/>
            <p:nvPr/>
          </p:nvSpPr>
          <p:spPr>
            <a:xfrm>
              <a:off x="1604880" y="9217800"/>
              <a:ext cx="4075920" cy="325800"/>
            </a:xfrm>
            <a:custGeom>
              <a:avLst/>
              <a:gdLst/>
              <a:ahLst/>
              <a:rect l="l" t="t" r="r" b="b"/>
              <a:pathLst>
                <a:path w="5434800" h="435000">
                  <a:moveTo>
                    <a:pt x="0" y="0"/>
                  </a:moveTo>
                  <a:lnTo>
                    <a:pt x="5434800" y="0"/>
                  </a:lnTo>
                  <a:lnTo>
                    <a:pt x="5434800" y="435000"/>
                  </a:lnTo>
                  <a:lnTo>
                    <a:pt x="0" y="4350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48" name="TextBox 25"/>
            <p:cNvSpPr/>
            <p:nvPr/>
          </p:nvSpPr>
          <p:spPr>
            <a:xfrm>
              <a:off x="1604880" y="9196200"/>
              <a:ext cx="4075920" cy="34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653"/>
                </a:lnSpc>
                <a:buNone/>
              </a:pPr>
              <a:r>
                <a:rPr b="0" lang="en-US" sz="138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Dùng chung cho Thêm &amp; Sửa sự kiện</a:t>
              </a:r>
              <a:endParaRPr b="0" lang="vi-VN" sz="1380" spc="-1" strike="noStrike">
                <a:latin typeface="Noto Sans CJK SC"/>
              </a:endParaRPr>
            </a:p>
          </p:txBody>
        </p:sp>
      </p:grpSp>
      <p:grpSp>
        <p:nvGrpSpPr>
          <p:cNvPr id="949" name="Group 26"/>
          <p:cNvGrpSpPr/>
          <p:nvPr/>
        </p:nvGrpSpPr>
        <p:grpSpPr>
          <a:xfrm>
            <a:off x="8983800" y="2256120"/>
            <a:ext cx="630720" cy="630720"/>
            <a:chOff x="8983800" y="2256120"/>
            <a:chExt cx="630720" cy="630720"/>
          </a:xfrm>
        </p:grpSpPr>
        <p:sp>
          <p:nvSpPr>
            <p:cNvPr id="950" name="Freeform 27"/>
            <p:cNvSpPr/>
            <p:nvPr/>
          </p:nvSpPr>
          <p:spPr>
            <a:xfrm>
              <a:off x="8983800" y="22561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51" name="Group 28"/>
          <p:cNvGrpSpPr/>
          <p:nvPr/>
        </p:nvGrpSpPr>
        <p:grpSpPr>
          <a:xfrm>
            <a:off x="9127800" y="2400120"/>
            <a:ext cx="342720" cy="342720"/>
            <a:chOff x="9127800" y="2400120"/>
            <a:chExt cx="342720" cy="342720"/>
          </a:xfrm>
        </p:grpSpPr>
        <p:sp>
          <p:nvSpPr>
            <p:cNvPr id="952" name="Freeform 29"/>
            <p:cNvSpPr/>
            <p:nvPr/>
          </p:nvSpPr>
          <p:spPr>
            <a:xfrm>
              <a:off x="9127800" y="240012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53" name="Group 30"/>
          <p:cNvGrpSpPr/>
          <p:nvPr/>
        </p:nvGrpSpPr>
        <p:grpSpPr>
          <a:xfrm>
            <a:off x="9834120" y="2179440"/>
            <a:ext cx="11950200" cy="474120"/>
            <a:chOff x="9834120" y="2179440"/>
            <a:chExt cx="11950200" cy="474120"/>
          </a:xfrm>
        </p:grpSpPr>
        <p:sp>
          <p:nvSpPr>
            <p:cNvPr id="954" name="Freeform 31"/>
            <p:cNvSpPr/>
            <p:nvPr/>
          </p:nvSpPr>
          <p:spPr>
            <a:xfrm>
              <a:off x="9834120" y="221508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5" name="TextBox 32"/>
            <p:cNvSpPr/>
            <p:nvPr/>
          </p:nvSpPr>
          <p:spPr>
            <a:xfrm>
              <a:off x="9834120" y="217944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Tiêu đề sự kiện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956" name="Group 33"/>
          <p:cNvGrpSpPr/>
          <p:nvPr/>
        </p:nvGrpSpPr>
        <p:grpSpPr>
          <a:xfrm>
            <a:off x="9834120" y="2561760"/>
            <a:ext cx="11950200" cy="654120"/>
            <a:chOff x="9834120" y="2561760"/>
            <a:chExt cx="11950200" cy="654120"/>
          </a:xfrm>
        </p:grpSpPr>
        <p:sp>
          <p:nvSpPr>
            <p:cNvPr id="957" name="Freeform 34"/>
            <p:cNvSpPr/>
            <p:nvPr/>
          </p:nvSpPr>
          <p:spPr>
            <a:xfrm>
              <a:off x="9834120" y="264024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58" name="TextBox 35"/>
            <p:cNvSpPr/>
            <p:nvPr/>
          </p:nvSpPr>
          <p:spPr>
            <a:xfrm>
              <a:off x="9834120" y="256176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Bắt buộc nhập, hiển thị cảnh báo nếu bỏ trống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959" name="Group 36"/>
          <p:cNvGrpSpPr/>
          <p:nvPr/>
        </p:nvGrpSpPr>
        <p:grpSpPr>
          <a:xfrm>
            <a:off x="8983800" y="3326040"/>
            <a:ext cx="630720" cy="630720"/>
            <a:chOff x="8983800" y="3326040"/>
            <a:chExt cx="630720" cy="630720"/>
          </a:xfrm>
        </p:grpSpPr>
        <p:sp>
          <p:nvSpPr>
            <p:cNvPr id="960" name="Freeform 37"/>
            <p:cNvSpPr/>
            <p:nvPr/>
          </p:nvSpPr>
          <p:spPr>
            <a:xfrm>
              <a:off x="8983800" y="332604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61" name="Group 38"/>
          <p:cNvGrpSpPr/>
          <p:nvPr/>
        </p:nvGrpSpPr>
        <p:grpSpPr>
          <a:xfrm>
            <a:off x="9127800" y="3470040"/>
            <a:ext cx="342720" cy="342720"/>
            <a:chOff x="9127800" y="3470040"/>
            <a:chExt cx="342720" cy="342720"/>
          </a:xfrm>
        </p:grpSpPr>
        <p:sp>
          <p:nvSpPr>
            <p:cNvPr id="962" name="Freeform 39"/>
            <p:cNvSpPr/>
            <p:nvPr/>
          </p:nvSpPr>
          <p:spPr>
            <a:xfrm>
              <a:off x="9127800" y="34700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63" name="Group 40"/>
          <p:cNvGrpSpPr/>
          <p:nvPr/>
        </p:nvGrpSpPr>
        <p:grpSpPr>
          <a:xfrm>
            <a:off x="9834120" y="3249360"/>
            <a:ext cx="11950200" cy="474120"/>
            <a:chOff x="9834120" y="3249360"/>
            <a:chExt cx="11950200" cy="474120"/>
          </a:xfrm>
        </p:grpSpPr>
        <p:sp>
          <p:nvSpPr>
            <p:cNvPr id="964" name="Freeform 41"/>
            <p:cNvSpPr/>
            <p:nvPr/>
          </p:nvSpPr>
          <p:spPr>
            <a:xfrm>
              <a:off x="9834120" y="328500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5" name="TextBox 42"/>
            <p:cNvSpPr/>
            <p:nvPr/>
          </p:nvSpPr>
          <p:spPr>
            <a:xfrm>
              <a:off x="9834120" y="324936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Ngày diễn ra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966" name="Group 43"/>
          <p:cNvGrpSpPr/>
          <p:nvPr/>
        </p:nvGrpSpPr>
        <p:grpSpPr>
          <a:xfrm>
            <a:off x="9834120" y="3631680"/>
            <a:ext cx="11950200" cy="654120"/>
            <a:chOff x="9834120" y="3631680"/>
            <a:chExt cx="11950200" cy="654120"/>
          </a:xfrm>
        </p:grpSpPr>
        <p:sp>
          <p:nvSpPr>
            <p:cNvPr id="967" name="Freeform 44"/>
            <p:cNvSpPr/>
            <p:nvPr/>
          </p:nvSpPr>
          <p:spPr>
            <a:xfrm>
              <a:off x="9834120" y="371016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68" name="TextBox 45"/>
            <p:cNvSpPr/>
            <p:nvPr/>
          </p:nvSpPr>
          <p:spPr>
            <a:xfrm>
              <a:off x="9834120" y="363168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Date picker + phím tắt “Hôm nay / Ngày mai / Ngày kia”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969" name="Group 46"/>
          <p:cNvGrpSpPr/>
          <p:nvPr/>
        </p:nvGrpSpPr>
        <p:grpSpPr>
          <a:xfrm>
            <a:off x="8983800" y="5383440"/>
            <a:ext cx="630720" cy="630720"/>
            <a:chOff x="8983800" y="5383440"/>
            <a:chExt cx="630720" cy="630720"/>
          </a:xfrm>
        </p:grpSpPr>
        <p:sp>
          <p:nvSpPr>
            <p:cNvPr id="970" name="Freeform 47"/>
            <p:cNvSpPr/>
            <p:nvPr/>
          </p:nvSpPr>
          <p:spPr>
            <a:xfrm>
              <a:off x="8983800" y="538344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71" name="Group 48"/>
          <p:cNvGrpSpPr/>
          <p:nvPr/>
        </p:nvGrpSpPr>
        <p:grpSpPr>
          <a:xfrm>
            <a:off x="9127800" y="5527440"/>
            <a:ext cx="342720" cy="342720"/>
            <a:chOff x="9127800" y="5527440"/>
            <a:chExt cx="342720" cy="342720"/>
          </a:xfrm>
        </p:grpSpPr>
        <p:sp>
          <p:nvSpPr>
            <p:cNvPr id="972" name="Freeform 49"/>
            <p:cNvSpPr/>
            <p:nvPr/>
          </p:nvSpPr>
          <p:spPr>
            <a:xfrm>
              <a:off x="9127800" y="55274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73" name="Group 50"/>
          <p:cNvGrpSpPr/>
          <p:nvPr/>
        </p:nvGrpSpPr>
        <p:grpSpPr>
          <a:xfrm>
            <a:off x="9834120" y="5306760"/>
            <a:ext cx="11950200" cy="474120"/>
            <a:chOff x="9834120" y="5306760"/>
            <a:chExt cx="11950200" cy="474120"/>
          </a:xfrm>
        </p:grpSpPr>
        <p:sp>
          <p:nvSpPr>
            <p:cNvPr id="974" name="Freeform 51"/>
            <p:cNvSpPr/>
            <p:nvPr/>
          </p:nvSpPr>
          <p:spPr>
            <a:xfrm>
              <a:off x="9834120" y="534240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5" name="TextBox 52"/>
            <p:cNvSpPr/>
            <p:nvPr/>
          </p:nvSpPr>
          <p:spPr>
            <a:xfrm>
              <a:off x="9834120" y="530676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Khung giờ bắt đầu – kết thúc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976" name="Group 53"/>
          <p:cNvGrpSpPr/>
          <p:nvPr/>
        </p:nvGrpSpPr>
        <p:grpSpPr>
          <a:xfrm>
            <a:off x="9834120" y="5689080"/>
            <a:ext cx="11950200" cy="654120"/>
            <a:chOff x="9834120" y="5689080"/>
            <a:chExt cx="11950200" cy="654120"/>
          </a:xfrm>
        </p:grpSpPr>
        <p:sp>
          <p:nvSpPr>
            <p:cNvPr id="977" name="Freeform 54"/>
            <p:cNvSpPr/>
            <p:nvPr/>
          </p:nvSpPr>
          <p:spPr>
            <a:xfrm>
              <a:off x="9834120" y="576756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78" name="TextBox 55"/>
            <p:cNvSpPr/>
            <p:nvPr/>
          </p:nvSpPr>
          <p:spPr>
            <a:xfrm>
              <a:off x="9834120" y="568908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Tự tính thời lượng, có nút nhanh ±1 giờ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979" name="Group 56"/>
          <p:cNvGrpSpPr/>
          <p:nvPr/>
        </p:nvGrpSpPr>
        <p:grpSpPr>
          <a:xfrm>
            <a:off x="8983800" y="6453360"/>
            <a:ext cx="630720" cy="630720"/>
            <a:chOff x="8983800" y="6453360"/>
            <a:chExt cx="630720" cy="630720"/>
          </a:xfrm>
        </p:grpSpPr>
        <p:sp>
          <p:nvSpPr>
            <p:cNvPr id="980" name="Freeform 57"/>
            <p:cNvSpPr/>
            <p:nvPr/>
          </p:nvSpPr>
          <p:spPr>
            <a:xfrm>
              <a:off x="8983800" y="645336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81" name="Group 58"/>
          <p:cNvGrpSpPr/>
          <p:nvPr/>
        </p:nvGrpSpPr>
        <p:grpSpPr>
          <a:xfrm>
            <a:off x="9127800" y="6597360"/>
            <a:ext cx="342720" cy="342720"/>
            <a:chOff x="9127800" y="6597360"/>
            <a:chExt cx="342720" cy="342720"/>
          </a:xfrm>
        </p:grpSpPr>
        <p:sp>
          <p:nvSpPr>
            <p:cNvPr id="982" name="Freeform 59"/>
            <p:cNvSpPr/>
            <p:nvPr/>
          </p:nvSpPr>
          <p:spPr>
            <a:xfrm>
              <a:off x="9127800" y="65973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83" name="Group 60"/>
          <p:cNvGrpSpPr/>
          <p:nvPr/>
        </p:nvGrpSpPr>
        <p:grpSpPr>
          <a:xfrm>
            <a:off x="9834120" y="6376680"/>
            <a:ext cx="11950200" cy="474120"/>
            <a:chOff x="9834120" y="6376680"/>
            <a:chExt cx="11950200" cy="474120"/>
          </a:xfrm>
        </p:grpSpPr>
        <p:sp>
          <p:nvSpPr>
            <p:cNvPr id="984" name="Freeform 61"/>
            <p:cNvSpPr/>
            <p:nvPr/>
          </p:nvSpPr>
          <p:spPr>
            <a:xfrm>
              <a:off x="9834120" y="641232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5" name="TextBox 62"/>
            <p:cNvSpPr/>
            <p:nvPr/>
          </p:nvSpPr>
          <p:spPr>
            <a:xfrm>
              <a:off x="9834120" y="637668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Danh mục sự kiện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986" name="Group 63"/>
          <p:cNvGrpSpPr/>
          <p:nvPr/>
        </p:nvGrpSpPr>
        <p:grpSpPr>
          <a:xfrm>
            <a:off x="9834120" y="6759000"/>
            <a:ext cx="11950200" cy="654120"/>
            <a:chOff x="9834120" y="6759000"/>
            <a:chExt cx="11950200" cy="654120"/>
          </a:xfrm>
        </p:grpSpPr>
        <p:sp>
          <p:nvSpPr>
            <p:cNvPr id="987" name="Freeform 64"/>
            <p:cNvSpPr/>
            <p:nvPr/>
          </p:nvSpPr>
          <p:spPr>
            <a:xfrm>
              <a:off x="9834120" y="683748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88" name="TextBox 65"/>
            <p:cNvSpPr/>
            <p:nvPr/>
          </p:nvSpPr>
          <p:spPr>
            <a:xfrm>
              <a:off x="9834120" y="675900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Chọn 1 trong các danh mục có màu sắc riêng biệt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989" name="Group 66"/>
          <p:cNvGrpSpPr/>
          <p:nvPr/>
        </p:nvGrpSpPr>
        <p:grpSpPr>
          <a:xfrm>
            <a:off x="8983800" y="7523280"/>
            <a:ext cx="630720" cy="630720"/>
            <a:chOff x="8983800" y="7523280"/>
            <a:chExt cx="630720" cy="630720"/>
          </a:xfrm>
        </p:grpSpPr>
        <p:sp>
          <p:nvSpPr>
            <p:cNvPr id="990" name="Freeform 67"/>
            <p:cNvSpPr/>
            <p:nvPr/>
          </p:nvSpPr>
          <p:spPr>
            <a:xfrm>
              <a:off x="8983800" y="752328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1" name="Group 68"/>
          <p:cNvGrpSpPr/>
          <p:nvPr/>
        </p:nvGrpSpPr>
        <p:grpSpPr>
          <a:xfrm>
            <a:off x="9127800" y="7667280"/>
            <a:ext cx="342720" cy="342720"/>
            <a:chOff x="9127800" y="7667280"/>
            <a:chExt cx="342720" cy="342720"/>
          </a:xfrm>
        </p:grpSpPr>
        <p:sp>
          <p:nvSpPr>
            <p:cNvPr id="992" name="Freeform 69"/>
            <p:cNvSpPr/>
            <p:nvPr/>
          </p:nvSpPr>
          <p:spPr>
            <a:xfrm>
              <a:off x="9127800" y="766728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993" name="Group 70"/>
          <p:cNvGrpSpPr/>
          <p:nvPr/>
        </p:nvGrpSpPr>
        <p:grpSpPr>
          <a:xfrm>
            <a:off x="9834120" y="7446600"/>
            <a:ext cx="11950200" cy="474120"/>
            <a:chOff x="9834120" y="7446600"/>
            <a:chExt cx="11950200" cy="474120"/>
          </a:xfrm>
        </p:grpSpPr>
        <p:sp>
          <p:nvSpPr>
            <p:cNvPr id="994" name="Freeform 71"/>
            <p:cNvSpPr/>
            <p:nvPr/>
          </p:nvSpPr>
          <p:spPr>
            <a:xfrm>
              <a:off x="9834120" y="748224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5" name="TextBox 72"/>
            <p:cNvSpPr/>
            <p:nvPr/>
          </p:nvSpPr>
          <p:spPr>
            <a:xfrm>
              <a:off x="9834120" y="744660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Ghi chú chi tiết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996" name="Group 73"/>
          <p:cNvGrpSpPr/>
          <p:nvPr/>
        </p:nvGrpSpPr>
        <p:grpSpPr>
          <a:xfrm>
            <a:off x="9834120" y="7828920"/>
            <a:ext cx="11950200" cy="654120"/>
            <a:chOff x="9834120" y="7828920"/>
            <a:chExt cx="11950200" cy="654120"/>
          </a:xfrm>
        </p:grpSpPr>
        <p:sp>
          <p:nvSpPr>
            <p:cNvPr id="997" name="Freeform 74"/>
            <p:cNvSpPr/>
            <p:nvPr/>
          </p:nvSpPr>
          <p:spPr>
            <a:xfrm>
              <a:off x="9834120" y="790740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998" name="TextBox 75"/>
            <p:cNvSpPr/>
            <p:nvPr/>
          </p:nvSpPr>
          <p:spPr>
            <a:xfrm>
              <a:off x="9834120" y="782892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Địa điểm, nội dung chuẩn bị (tuỳ chọn)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999" name="Group 76"/>
          <p:cNvGrpSpPr/>
          <p:nvPr/>
        </p:nvGrpSpPr>
        <p:grpSpPr>
          <a:xfrm>
            <a:off x="8983800" y="8593200"/>
            <a:ext cx="630720" cy="630720"/>
            <a:chOff x="8983800" y="8593200"/>
            <a:chExt cx="630720" cy="630720"/>
          </a:xfrm>
        </p:grpSpPr>
        <p:sp>
          <p:nvSpPr>
            <p:cNvPr id="1000" name="Freeform 77"/>
            <p:cNvSpPr/>
            <p:nvPr/>
          </p:nvSpPr>
          <p:spPr>
            <a:xfrm>
              <a:off x="8983800" y="859320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1" name="Group 78"/>
          <p:cNvGrpSpPr/>
          <p:nvPr/>
        </p:nvGrpSpPr>
        <p:grpSpPr>
          <a:xfrm>
            <a:off x="9127800" y="8737200"/>
            <a:ext cx="342720" cy="342720"/>
            <a:chOff x="9127800" y="8737200"/>
            <a:chExt cx="342720" cy="342720"/>
          </a:xfrm>
        </p:grpSpPr>
        <p:sp>
          <p:nvSpPr>
            <p:cNvPr id="1002" name="Freeform 79"/>
            <p:cNvSpPr/>
            <p:nvPr/>
          </p:nvSpPr>
          <p:spPr>
            <a:xfrm>
              <a:off x="9127800" y="873720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03" name="Group 80"/>
          <p:cNvGrpSpPr/>
          <p:nvPr/>
        </p:nvGrpSpPr>
        <p:grpSpPr>
          <a:xfrm>
            <a:off x="9834120" y="8516160"/>
            <a:ext cx="11950200" cy="474480"/>
            <a:chOff x="9834120" y="8516160"/>
            <a:chExt cx="11950200" cy="474480"/>
          </a:xfrm>
        </p:grpSpPr>
        <p:sp>
          <p:nvSpPr>
            <p:cNvPr id="1004" name="Freeform 81"/>
            <p:cNvSpPr/>
            <p:nvPr/>
          </p:nvSpPr>
          <p:spPr>
            <a:xfrm>
              <a:off x="9834120" y="855216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2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5" name="TextBox 82"/>
            <p:cNvSpPr/>
            <p:nvPr/>
          </p:nvSpPr>
          <p:spPr>
            <a:xfrm>
              <a:off x="9834120" y="851616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Thông báo nhắc nhở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006" name="Group 83"/>
          <p:cNvGrpSpPr/>
          <p:nvPr/>
        </p:nvGrpSpPr>
        <p:grpSpPr>
          <a:xfrm>
            <a:off x="9834120" y="8898480"/>
            <a:ext cx="11950200" cy="654480"/>
            <a:chOff x="9834120" y="8898480"/>
            <a:chExt cx="11950200" cy="654480"/>
          </a:xfrm>
        </p:grpSpPr>
        <p:sp>
          <p:nvSpPr>
            <p:cNvPr id="1007" name="Freeform 84"/>
            <p:cNvSpPr/>
            <p:nvPr/>
          </p:nvSpPr>
          <p:spPr>
            <a:xfrm>
              <a:off x="9834120" y="897732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2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08" name="TextBox 85"/>
            <p:cNvSpPr/>
            <p:nvPr/>
          </p:nvSpPr>
          <p:spPr>
            <a:xfrm>
              <a:off x="9834120" y="889848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Bật/tắt và chọn thời gian nhắc trước sự kiện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1009" name="Group 86"/>
          <p:cNvGrpSpPr/>
          <p:nvPr/>
        </p:nvGrpSpPr>
        <p:grpSpPr>
          <a:xfrm>
            <a:off x="2051280" y="2212200"/>
            <a:ext cx="3673800" cy="6182280"/>
            <a:chOff x="2051280" y="2212200"/>
            <a:chExt cx="3673800" cy="6182280"/>
          </a:xfrm>
        </p:grpSpPr>
        <p:sp>
          <p:nvSpPr>
            <p:cNvPr id="1010" name="Freeform 87"/>
            <p:cNvSpPr/>
            <p:nvPr/>
          </p:nvSpPr>
          <p:spPr>
            <a:xfrm>
              <a:off x="2051280" y="2212200"/>
              <a:ext cx="3673800" cy="6182280"/>
            </a:xfrm>
            <a:custGeom>
              <a:avLst/>
              <a:gdLst/>
              <a:ahLst/>
              <a:rect l="l" t="t" r="r" b="b"/>
              <a:pathLst>
                <a:path w="4898644" h="8243570">
                  <a:moveTo>
                    <a:pt x="0" y="0"/>
                  </a:moveTo>
                  <a:lnTo>
                    <a:pt x="4898644" y="0"/>
                  </a:lnTo>
                  <a:lnTo>
                    <a:pt x="4898644" y="8243570"/>
                  </a:lnTo>
                  <a:lnTo>
                    <a:pt x="0" y="824357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11" name="Group 88"/>
          <p:cNvGrpSpPr/>
          <p:nvPr/>
        </p:nvGrpSpPr>
        <p:grpSpPr>
          <a:xfrm>
            <a:off x="3347280" y="2155680"/>
            <a:ext cx="1081080" cy="173520"/>
            <a:chOff x="3347280" y="2155680"/>
            <a:chExt cx="1081080" cy="173520"/>
          </a:xfrm>
        </p:grpSpPr>
        <p:sp>
          <p:nvSpPr>
            <p:cNvPr id="1012" name="Freeform 89"/>
            <p:cNvSpPr/>
            <p:nvPr/>
          </p:nvSpPr>
          <p:spPr>
            <a:xfrm>
              <a:off x="3347280" y="2155680"/>
              <a:ext cx="1081080" cy="173520"/>
            </a:xfrm>
            <a:custGeom>
              <a:avLst/>
              <a:gdLst/>
              <a:ahLst/>
              <a:rect l="l" t="t" r="r" b="b"/>
              <a:pathLst>
                <a:path w="1441831" h="231648">
                  <a:moveTo>
                    <a:pt x="0" y="115824"/>
                  </a:moveTo>
                  <a:cubicBezTo>
                    <a:pt x="0" y="51816"/>
                    <a:pt x="51816" y="0"/>
                    <a:pt x="115824" y="0"/>
                  </a:cubicBezTo>
                  <a:lnTo>
                    <a:pt x="1326007" y="0"/>
                  </a:lnTo>
                  <a:cubicBezTo>
                    <a:pt x="1390015" y="0"/>
                    <a:pt x="1441831" y="51816"/>
                    <a:pt x="1441831" y="115824"/>
                  </a:cubicBezTo>
                  <a:cubicBezTo>
                    <a:pt x="1441831" y="179832"/>
                    <a:pt x="1390015" y="231648"/>
                    <a:pt x="1326007" y="231648"/>
                  </a:cubicBezTo>
                  <a:lnTo>
                    <a:pt x="115824" y="231648"/>
                  </a:lnTo>
                  <a:cubicBezTo>
                    <a:pt x="51816" y="231648"/>
                    <a:pt x="0" y="179705"/>
                    <a:pt x="0" y="115824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13" name="Group 90"/>
          <p:cNvGrpSpPr/>
          <p:nvPr/>
        </p:nvGrpSpPr>
        <p:grpSpPr>
          <a:xfrm>
            <a:off x="754200" y="3721320"/>
            <a:ext cx="630720" cy="630720"/>
            <a:chOff x="754200" y="3721320"/>
            <a:chExt cx="630720" cy="630720"/>
          </a:xfrm>
        </p:grpSpPr>
        <p:sp>
          <p:nvSpPr>
            <p:cNvPr id="1014" name="Freeform 91"/>
            <p:cNvSpPr/>
            <p:nvPr/>
          </p:nvSpPr>
          <p:spPr>
            <a:xfrm>
              <a:off x="754200" y="37213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15" name="Group 92"/>
          <p:cNvGrpSpPr/>
          <p:nvPr/>
        </p:nvGrpSpPr>
        <p:grpSpPr>
          <a:xfrm>
            <a:off x="898200" y="3865320"/>
            <a:ext cx="342720" cy="342720"/>
            <a:chOff x="898200" y="3865320"/>
            <a:chExt cx="342720" cy="342720"/>
          </a:xfrm>
        </p:grpSpPr>
        <p:sp>
          <p:nvSpPr>
            <p:cNvPr id="1016" name="Freeform 93"/>
            <p:cNvSpPr/>
            <p:nvPr/>
          </p:nvSpPr>
          <p:spPr>
            <a:xfrm>
              <a:off x="898200" y="386532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17" name="Group 94"/>
          <p:cNvGrpSpPr/>
          <p:nvPr/>
        </p:nvGrpSpPr>
        <p:grpSpPr>
          <a:xfrm>
            <a:off x="2230560" y="3435480"/>
            <a:ext cx="3319200" cy="1202040"/>
            <a:chOff x="2230560" y="3435480"/>
            <a:chExt cx="3319200" cy="1202040"/>
          </a:xfrm>
        </p:grpSpPr>
        <p:sp>
          <p:nvSpPr>
            <p:cNvPr id="1018" name="Freeform 95"/>
            <p:cNvSpPr/>
            <p:nvPr/>
          </p:nvSpPr>
          <p:spPr>
            <a:xfrm>
              <a:off x="2230560" y="3435480"/>
              <a:ext cx="3319200" cy="1202040"/>
            </a:xfrm>
            <a:custGeom>
              <a:avLst/>
              <a:gdLst/>
              <a:ahLst/>
              <a:rect l="l" t="t" r="r" b="b"/>
              <a:pathLst>
                <a:path w="4426077" h="1602994">
                  <a:moveTo>
                    <a:pt x="0" y="0"/>
                  </a:moveTo>
                  <a:lnTo>
                    <a:pt x="4426077" y="0"/>
                  </a:lnTo>
                  <a:lnTo>
                    <a:pt x="4426077" y="1602994"/>
                  </a:lnTo>
                  <a:lnTo>
                    <a:pt x="0" y="1602994"/>
                  </a:lnTo>
                  <a:close/>
                </a:path>
              </a:pathLst>
            </a:custGeom>
            <a:blipFill rotWithShape="0">
              <a:blip r:embed="rId28">
                <a:alphaModFix amt="0"/>
              </a:blip>
              <a:srcRect/>
              <a:stretch/>
            </a:blipFill>
            <a:ln cap="sq" w="14288">
              <a:solidFill>
                <a:srgbClr val="ed7d3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19" name="AutoShape 96"/>
          <p:cNvSpPr/>
          <p:nvPr/>
        </p:nvSpPr>
        <p:spPr>
          <a:xfrm>
            <a:off x="1377720" y="4024800"/>
            <a:ext cx="866880" cy="23760"/>
          </a:xfrm>
          <a:prstGeom prst="line">
            <a:avLst/>
          </a:prstGeom>
          <a:ln cap="rnd" w="9525">
            <a:solidFill>
              <a:srgbClr val="ed7d31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20" name="Group 97"/>
          <p:cNvGrpSpPr/>
          <p:nvPr/>
        </p:nvGrpSpPr>
        <p:grpSpPr>
          <a:xfrm>
            <a:off x="2228400" y="4707720"/>
            <a:ext cx="3319200" cy="1978560"/>
            <a:chOff x="2228400" y="4707720"/>
            <a:chExt cx="3319200" cy="1978560"/>
          </a:xfrm>
        </p:grpSpPr>
        <p:sp>
          <p:nvSpPr>
            <p:cNvPr id="1021" name="Freeform 98"/>
            <p:cNvSpPr/>
            <p:nvPr/>
          </p:nvSpPr>
          <p:spPr>
            <a:xfrm>
              <a:off x="2228400" y="4707720"/>
              <a:ext cx="3319200" cy="1978560"/>
            </a:xfrm>
            <a:custGeom>
              <a:avLst/>
              <a:gdLst/>
              <a:ahLst/>
              <a:rect l="l" t="t" r="r" b="b"/>
              <a:pathLst>
                <a:path w="4426077" h="2638679">
                  <a:moveTo>
                    <a:pt x="0" y="0"/>
                  </a:moveTo>
                  <a:lnTo>
                    <a:pt x="4426077" y="0"/>
                  </a:lnTo>
                  <a:lnTo>
                    <a:pt x="4426077" y="2638679"/>
                  </a:lnTo>
                  <a:lnTo>
                    <a:pt x="0" y="2638679"/>
                  </a:lnTo>
                  <a:close/>
                </a:path>
              </a:pathLst>
            </a:custGeom>
            <a:blipFill rotWithShape="0">
              <a:blip r:embed="rId29">
                <a:alphaModFix amt="0"/>
              </a:blip>
              <a:srcRect/>
              <a:stretch/>
            </a:blipFill>
            <a:ln cap="sq" w="14288">
              <a:solidFill>
                <a:srgbClr val="ed7d3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22" name="Group 99"/>
          <p:cNvGrpSpPr/>
          <p:nvPr/>
        </p:nvGrpSpPr>
        <p:grpSpPr>
          <a:xfrm>
            <a:off x="8983800" y="4354920"/>
            <a:ext cx="630720" cy="630720"/>
            <a:chOff x="8983800" y="4354920"/>
            <a:chExt cx="630720" cy="630720"/>
          </a:xfrm>
        </p:grpSpPr>
        <p:sp>
          <p:nvSpPr>
            <p:cNvPr id="1023" name="Freeform 100"/>
            <p:cNvSpPr/>
            <p:nvPr/>
          </p:nvSpPr>
          <p:spPr>
            <a:xfrm>
              <a:off x="8983800" y="43549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24" name="Group 101"/>
          <p:cNvGrpSpPr/>
          <p:nvPr/>
        </p:nvGrpSpPr>
        <p:grpSpPr>
          <a:xfrm>
            <a:off x="9834120" y="4277880"/>
            <a:ext cx="11950200" cy="474120"/>
            <a:chOff x="9834120" y="4277880"/>
            <a:chExt cx="11950200" cy="474120"/>
          </a:xfrm>
        </p:grpSpPr>
        <p:sp>
          <p:nvSpPr>
            <p:cNvPr id="1025" name="Freeform 102"/>
            <p:cNvSpPr/>
            <p:nvPr/>
          </p:nvSpPr>
          <p:spPr>
            <a:xfrm>
              <a:off x="9834120" y="431352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3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6" name="TextBox 103"/>
            <p:cNvSpPr/>
            <p:nvPr/>
          </p:nvSpPr>
          <p:spPr>
            <a:xfrm>
              <a:off x="9834120" y="427788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Thiết lập chu kỳ 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027" name="Group 104"/>
          <p:cNvGrpSpPr/>
          <p:nvPr/>
        </p:nvGrpSpPr>
        <p:grpSpPr>
          <a:xfrm>
            <a:off x="9834120" y="4660200"/>
            <a:ext cx="11950200" cy="654480"/>
            <a:chOff x="9834120" y="4660200"/>
            <a:chExt cx="11950200" cy="654480"/>
          </a:xfrm>
        </p:grpSpPr>
        <p:sp>
          <p:nvSpPr>
            <p:cNvPr id="1028" name="Freeform 105"/>
            <p:cNvSpPr/>
            <p:nvPr/>
          </p:nvSpPr>
          <p:spPr>
            <a:xfrm>
              <a:off x="9834120" y="473904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3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29" name="TextBox 106"/>
            <p:cNvSpPr/>
            <p:nvPr/>
          </p:nvSpPr>
          <p:spPr>
            <a:xfrm>
              <a:off x="9834120" y="466020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Click chọn các thứ trong tuần để tạo chuỗi sự kiện lặp lại. 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1030" name="Group 107"/>
          <p:cNvGrpSpPr/>
          <p:nvPr/>
        </p:nvGrpSpPr>
        <p:grpSpPr>
          <a:xfrm>
            <a:off x="9165600" y="4108320"/>
            <a:ext cx="959760" cy="1067400"/>
            <a:chOff x="9165600" y="4108320"/>
            <a:chExt cx="959760" cy="1067400"/>
          </a:xfrm>
        </p:grpSpPr>
        <p:sp>
          <p:nvSpPr>
            <p:cNvPr id="1031" name="Freeform 108"/>
            <p:cNvSpPr/>
            <p:nvPr/>
          </p:nvSpPr>
          <p:spPr>
            <a:xfrm>
              <a:off x="9165600" y="4170600"/>
              <a:ext cx="959760" cy="1005120"/>
            </a:xfrm>
            <a:custGeom>
              <a:avLst/>
              <a:gdLst/>
              <a:ahLst/>
              <a:rect l="l" t="t" r="r" b="b"/>
              <a:pathLst>
                <a:path w="841200" h="768000">
                  <a:moveTo>
                    <a:pt x="0" y="0"/>
                  </a:moveTo>
                  <a:lnTo>
                    <a:pt x="841200" y="0"/>
                  </a:lnTo>
                  <a:lnTo>
                    <a:pt x="8412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3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32" name="TextBox 109"/>
            <p:cNvSpPr/>
            <p:nvPr/>
          </p:nvSpPr>
          <p:spPr>
            <a:xfrm>
              <a:off x="9165600" y="4108320"/>
              <a:ext cx="959040" cy="106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↺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033" name="Group 110"/>
          <p:cNvGrpSpPr/>
          <p:nvPr/>
        </p:nvGrpSpPr>
        <p:grpSpPr>
          <a:xfrm>
            <a:off x="754200" y="5335560"/>
            <a:ext cx="630720" cy="630720"/>
            <a:chOff x="754200" y="5335560"/>
            <a:chExt cx="630720" cy="630720"/>
          </a:xfrm>
        </p:grpSpPr>
        <p:sp>
          <p:nvSpPr>
            <p:cNvPr id="1034" name="Freeform 111"/>
            <p:cNvSpPr/>
            <p:nvPr/>
          </p:nvSpPr>
          <p:spPr>
            <a:xfrm>
              <a:off x="754200" y="533556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35" name="Group 112"/>
          <p:cNvGrpSpPr/>
          <p:nvPr/>
        </p:nvGrpSpPr>
        <p:grpSpPr>
          <a:xfrm>
            <a:off x="898200" y="5479560"/>
            <a:ext cx="342720" cy="342720"/>
            <a:chOff x="898200" y="5479560"/>
            <a:chExt cx="342720" cy="342720"/>
          </a:xfrm>
        </p:grpSpPr>
        <p:sp>
          <p:nvSpPr>
            <p:cNvPr id="1036" name="Freeform 113"/>
            <p:cNvSpPr/>
            <p:nvPr/>
          </p:nvSpPr>
          <p:spPr>
            <a:xfrm>
              <a:off x="898200" y="54795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37" name="AutoShape 114"/>
          <p:cNvSpPr/>
          <p:nvPr/>
        </p:nvSpPr>
        <p:spPr>
          <a:xfrm>
            <a:off x="1391760" y="5639040"/>
            <a:ext cx="866880" cy="14040"/>
          </a:xfrm>
          <a:prstGeom prst="line">
            <a:avLst/>
          </a:prstGeom>
          <a:ln cap="rnd" w="9525">
            <a:solidFill>
              <a:srgbClr val="ed7d31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038" name="Group 115"/>
          <p:cNvGrpSpPr/>
          <p:nvPr/>
        </p:nvGrpSpPr>
        <p:grpSpPr>
          <a:xfrm>
            <a:off x="6785280" y="7165440"/>
            <a:ext cx="630720" cy="630720"/>
            <a:chOff x="6785280" y="7165440"/>
            <a:chExt cx="630720" cy="630720"/>
          </a:xfrm>
        </p:grpSpPr>
        <p:sp>
          <p:nvSpPr>
            <p:cNvPr id="1039" name="Freeform 116"/>
            <p:cNvSpPr/>
            <p:nvPr/>
          </p:nvSpPr>
          <p:spPr>
            <a:xfrm>
              <a:off x="6785280" y="716544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40" name="Group 117"/>
          <p:cNvGrpSpPr/>
          <p:nvPr/>
        </p:nvGrpSpPr>
        <p:grpSpPr>
          <a:xfrm>
            <a:off x="6945480" y="6982560"/>
            <a:ext cx="1031400" cy="901080"/>
            <a:chOff x="6945480" y="6982560"/>
            <a:chExt cx="1031400" cy="901080"/>
          </a:xfrm>
        </p:grpSpPr>
        <p:sp>
          <p:nvSpPr>
            <p:cNvPr id="1041" name="Freeform 118"/>
            <p:cNvSpPr/>
            <p:nvPr/>
          </p:nvSpPr>
          <p:spPr>
            <a:xfrm>
              <a:off x="6945480" y="7035480"/>
              <a:ext cx="1031400" cy="848160"/>
            </a:xfrm>
            <a:custGeom>
              <a:avLst/>
              <a:gdLst/>
              <a:ahLst/>
              <a:rect l="l" t="t" r="r" b="b"/>
              <a:pathLst>
                <a:path w="841200" h="768000">
                  <a:moveTo>
                    <a:pt x="0" y="0"/>
                  </a:moveTo>
                  <a:lnTo>
                    <a:pt x="841200" y="0"/>
                  </a:lnTo>
                  <a:lnTo>
                    <a:pt x="8412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3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42" name="TextBox 119"/>
            <p:cNvSpPr/>
            <p:nvPr/>
          </p:nvSpPr>
          <p:spPr>
            <a:xfrm>
              <a:off x="6945480" y="6982560"/>
              <a:ext cx="1029600" cy="900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↺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043" name="Group 120"/>
          <p:cNvGrpSpPr/>
          <p:nvPr/>
        </p:nvGrpSpPr>
        <p:grpSpPr>
          <a:xfrm>
            <a:off x="2230560" y="6672240"/>
            <a:ext cx="3319200" cy="1616760"/>
            <a:chOff x="2230560" y="6672240"/>
            <a:chExt cx="3319200" cy="1616760"/>
          </a:xfrm>
        </p:grpSpPr>
        <p:sp>
          <p:nvSpPr>
            <p:cNvPr id="1044" name="Freeform 121"/>
            <p:cNvSpPr/>
            <p:nvPr/>
          </p:nvSpPr>
          <p:spPr>
            <a:xfrm>
              <a:off x="2230560" y="6672240"/>
              <a:ext cx="3319200" cy="1616760"/>
            </a:xfrm>
            <a:custGeom>
              <a:avLst/>
              <a:gdLst/>
              <a:ahLst/>
              <a:rect l="l" t="t" r="r" b="b"/>
              <a:pathLst>
                <a:path w="4426077" h="2156206">
                  <a:moveTo>
                    <a:pt x="0" y="0"/>
                  </a:moveTo>
                  <a:lnTo>
                    <a:pt x="4426077" y="0"/>
                  </a:lnTo>
                  <a:lnTo>
                    <a:pt x="4426077" y="2156206"/>
                  </a:lnTo>
                  <a:lnTo>
                    <a:pt x="0" y="2156206"/>
                  </a:lnTo>
                  <a:close/>
                </a:path>
              </a:pathLst>
            </a:custGeom>
            <a:blipFill rotWithShape="0">
              <a:blip r:embed="rId35">
                <a:alphaModFix amt="0"/>
              </a:blip>
              <a:srcRect/>
              <a:stretch/>
            </a:blipFill>
            <a:ln cap="sq" w="14288">
              <a:solidFill>
                <a:srgbClr val="ed7d3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045" name="AutoShape 122"/>
          <p:cNvSpPr/>
          <p:nvPr/>
        </p:nvSpPr>
        <p:spPr>
          <a:xfrm>
            <a:off x="5535720" y="7468920"/>
            <a:ext cx="1256400" cy="23760"/>
          </a:xfrm>
          <a:prstGeom prst="line">
            <a:avLst/>
          </a:prstGeom>
          <a:ln cap="rnd" w="9525">
            <a:solidFill>
              <a:srgbClr val="ed7d31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</p:spTree>
  </p:cSld>
  <p:transition>
    <p:wipe dir="l"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46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047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48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049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50" name="Group 6"/>
          <p:cNvGrpSpPr/>
          <p:nvPr/>
        </p:nvGrpSpPr>
        <p:grpSpPr>
          <a:xfrm>
            <a:off x="1879200" y="602280"/>
            <a:ext cx="10972440" cy="412200"/>
            <a:chOff x="1879200" y="602280"/>
            <a:chExt cx="10972440" cy="412200"/>
          </a:xfrm>
        </p:grpSpPr>
        <p:sp>
          <p:nvSpPr>
            <p:cNvPr id="1051" name="Freeform 7"/>
            <p:cNvSpPr/>
            <p:nvPr/>
          </p:nvSpPr>
          <p:spPr>
            <a:xfrm>
              <a:off x="1879200" y="631080"/>
              <a:ext cx="10972440" cy="383400"/>
            </a:xfrm>
            <a:custGeom>
              <a:avLst/>
              <a:gdLst/>
              <a:ahLst/>
              <a:rect l="l" t="t" r="r" b="b"/>
              <a:pathLst>
                <a:path w="14630400" h="5118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2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053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054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2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5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Thêm / Chỉnh sửa sự kiện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056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057" name="Freeform 13"/>
            <p:cNvSpPr/>
            <p:nvPr/>
          </p:nvSpPr>
          <p:spPr>
            <a:xfrm>
              <a:off x="754560" y="9765720"/>
              <a:ext cx="9600840" cy="383400"/>
            </a:xfrm>
            <a:custGeom>
              <a:avLst/>
              <a:gdLst/>
              <a:ahLst/>
              <a:rect l="l" t="t" r="r" b="b"/>
              <a:pathLst>
                <a:path w="12801600" h="5118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58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059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060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1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13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062" name="Group 18"/>
          <p:cNvGrpSpPr/>
          <p:nvPr/>
        </p:nvGrpSpPr>
        <p:grpSpPr>
          <a:xfrm>
            <a:off x="2039040" y="1864440"/>
            <a:ext cx="3207240" cy="6918480"/>
            <a:chOff x="2039040" y="1864440"/>
            <a:chExt cx="3207240" cy="6918480"/>
          </a:xfrm>
        </p:grpSpPr>
        <p:sp>
          <p:nvSpPr>
            <p:cNvPr id="1063" name="Freeform 19"/>
            <p:cNvSpPr/>
            <p:nvPr/>
          </p:nvSpPr>
          <p:spPr>
            <a:xfrm>
              <a:off x="2039040" y="1864440"/>
              <a:ext cx="3207240" cy="6918480"/>
            </a:xfrm>
            <a:custGeom>
              <a:avLst/>
              <a:gdLst/>
              <a:ahLst/>
              <a:rect l="l" t="t" r="r" b="b"/>
              <a:pathLst>
                <a:path w="4276725" h="9224899">
                  <a:moveTo>
                    <a:pt x="0" y="437642"/>
                  </a:moveTo>
                  <a:cubicBezTo>
                    <a:pt x="0" y="195961"/>
                    <a:pt x="195961" y="0"/>
                    <a:pt x="437642" y="0"/>
                  </a:cubicBezTo>
                  <a:lnTo>
                    <a:pt x="3839083" y="0"/>
                  </a:lnTo>
                  <a:cubicBezTo>
                    <a:pt x="4080764" y="0"/>
                    <a:pt x="4276725" y="195961"/>
                    <a:pt x="4276725" y="437642"/>
                  </a:cubicBezTo>
                  <a:lnTo>
                    <a:pt x="4276725" y="8787257"/>
                  </a:lnTo>
                  <a:cubicBezTo>
                    <a:pt x="4276725" y="9028938"/>
                    <a:pt x="4080764" y="9224899"/>
                    <a:pt x="3839083" y="9224899"/>
                  </a:cubicBezTo>
                  <a:lnTo>
                    <a:pt x="437642" y="9224899"/>
                  </a:lnTo>
                  <a:cubicBezTo>
                    <a:pt x="195961" y="9224899"/>
                    <a:pt x="0" y="9028938"/>
                    <a:pt x="0" y="8787257"/>
                  </a:cubicBezTo>
                  <a:close/>
                </a:path>
              </a:pathLst>
            </a:custGeom>
            <a:solidFill>
              <a:srgbClr val="17142e"/>
            </a:solidFill>
            <a:ln cap="sq" w="20588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64" name="Group 20"/>
          <p:cNvGrpSpPr/>
          <p:nvPr/>
        </p:nvGrpSpPr>
        <p:grpSpPr>
          <a:xfrm>
            <a:off x="1604880" y="8833320"/>
            <a:ext cx="4075920" cy="413640"/>
            <a:chOff x="1604880" y="8833320"/>
            <a:chExt cx="4075920" cy="413640"/>
          </a:xfrm>
        </p:grpSpPr>
        <p:sp>
          <p:nvSpPr>
            <p:cNvPr id="1065" name="Freeform 21"/>
            <p:cNvSpPr/>
            <p:nvPr/>
          </p:nvSpPr>
          <p:spPr>
            <a:xfrm>
              <a:off x="1604880" y="8862120"/>
              <a:ext cx="4075920" cy="384840"/>
            </a:xfrm>
            <a:custGeom>
              <a:avLst/>
              <a:gdLst/>
              <a:ahLst/>
              <a:rect l="l" t="t" r="r" b="b"/>
              <a:pathLst>
                <a:path w="5434800" h="513600">
                  <a:moveTo>
                    <a:pt x="0" y="0"/>
                  </a:moveTo>
                  <a:lnTo>
                    <a:pt x="5434800" y="0"/>
                  </a:lnTo>
                  <a:lnTo>
                    <a:pt x="5434800" y="513600"/>
                  </a:lnTo>
                  <a:lnTo>
                    <a:pt x="0" y="51360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6" name="TextBox 22"/>
            <p:cNvSpPr/>
            <p:nvPr/>
          </p:nvSpPr>
          <p:spPr>
            <a:xfrm>
              <a:off x="1604880" y="8833320"/>
              <a:ext cx="4075920" cy="413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140"/>
                </a:lnSpc>
                <a:buNone/>
              </a:pPr>
              <a:r>
                <a:rPr b="1" lang="en-US" sz="179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AddEventScreen.kt</a:t>
              </a:r>
              <a:endParaRPr b="0" lang="vi-VN" sz="1790" spc="-1" strike="noStrike">
                <a:latin typeface="Noto Sans CJK SC"/>
              </a:endParaRPr>
            </a:p>
          </p:txBody>
        </p:sp>
      </p:grpSp>
      <p:grpSp>
        <p:nvGrpSpPr>
          <p:cNvPr id="1067" name="Group 23"/>
          <p:cNvGrpSpPr/>
          <p:nvPr/>
        </p:nvGrpSpPr>
        <p:grpSpPr>
          <a:xfrm>
            <a:off x="1604880" y="9196200"/>
            <a:ext cx="4075920" cy="347400"/>
            <a:chOff x="1604880" y="9196200"/>
            <a:chExt cx="4075920" cy="347400"/>
          </a:xfrm>
        </p:grpSpPr>
        <p:sp>
          <p:nvSpPr>
            <p:cNvPr id="1068" name="Freeform 24"/>
            <p:cNvSpPr/>
            <p:nvPr/>
          </p:nvSpPr>
          <p:spPr>
            <a:xfrm>
              <a:off x="1604880" y="9217800"/>
              <a:ext cx="4075920" cy="325800"/>
            </a:xfrm>
            <a:custGeom>
              <a:avLst/>
              <a:gdLst/>
              <a:ahLst/>
              <a:rect l="l" t="t" r="r" b="b"/>
              <a:pathLst>
                <a:path w="5434800" h="435000">
                  <a:moveTo>
                    <a:pt x="0" y="0"/>
                  </a:moveTo>
                  <a:lnTo>
                    <a:pt x="5434800" y="0"/>
                  </a:lnTo>
                  <a:lnTo>
                    <a:pt x="5434800" y="435000"/>
                  </a:lnTo>
                  <a:lnTo>
                    <a:pt x="0" y="4350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69" name="TextBox 25"/>
            <p:cNvSpPr/>
            <p:nvPr/>
          </p:nvSpPr>
          <p:spPr>
            <a:xfrm>
              <a:off x="1604880" y="9196200"/>
              <a:ext cx="4075920" cy="3474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653"/>
                </a:lnSpc>
                <a:buNone/>
              </a:pPr>
              <a:r>
                <a:rPr b="0" lang="en-US" sz="138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Dùng chung cho Thêm &amp; Sửa sự kiện</a:t>
              </a:r>
              <a:endParaRPr b="0" lang="vi-VN" sz="1380" spc="-1" strike="noStrike">
                <a:latin typeface="Noto Sans CJK SC"/>
              </a:endParaRPr>
            </a:p>
          </p:txBody>
        </p:sp>
      </p:grpSp>
      <p:grpSp>
        <p:nvGrpSpPr>
          <p:cNvPr id="1070" name="Group 26"/>
          <p:cNvGrpSpPr/>
          <p:nvPr/>
        </p:nvGrpSpPr>
        <p:grpSpPr>
          <a:xfrm>
            <a:off x="9127800" y="2400120"/>
            <a:ext cx="342720" cy="342720"/>
            <a:chOff x="9127800" y="2400120"/>
            <a:chExt cx="342720" cy="342720"/>
          </a:xfrm>
        </p:grpSpPr>
        <p:sp>
          <p:nvSpPr>
            <p:cNvPr id="1071" name="Freeform 27"/>
            <p:cNvSpPr/>
            <p:nvPr/>
          </p:nvSpPr>
          <p:spPr>
            <a:xfrm>
              <a:off x="9127800" y="240012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72" name="Group 28"/>
          <p:cNvGrpSpPr/>
          <p:nvPr/>
        </p:nvGrpSpPr>
        <p:grpSpPr>
          <a:xfrm>
            <a:off x="9834120" y="2179440"/>
            <a:ext cx="11950200" cy="474120"/>
            <a:chOff x="9834120" y="2179440"/>
            <a:chExt cx="11950200" cy="474120"/>
          </a:xfrm>
        </p:grpSpPr>
        <p:sp>
          <p:nvSpPr>
            <p:cNvPr id="1073" name="Freeform 29"/>
            <p:cNvSpPr/>
            <p:nvPr/>
          </p:nvSpPr>
          <p:spPr>
            <a:xfrm>
              <a:off x="9834120" y="221508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74" name="TextBox 30"/>
            <p:cNvSpPr/>
            <p:nvPr/>
          </p:nvSpPr>
          <p:spPr>
            <a:xfrm>
              <a:off x="9834120" y="217944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Tiêu đề sự kiện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075" name="Group 31"/>
          <p:cNvGrpSpPr/>
          <p:nvPr/>
        </p:nvGrpSpPr>
        <p:grpSpPr>
          <a:xfrm>
            <a:off x="9127800" y="3470040"/>
            <a:ext cx="342720" cy="342720"/>
            <a:chOff x="9127800" y="3470040"/>
            <a:chExt cx="342720" cy="342720"/>
          </a:xfrm>
        </p:grpSpPr>
        <p:sp>
          <p:nvSpPr>
            <p:cNvPr id="1076" name="Freeform 32"/>
            <p:cNvSpPr/>
            <p:nvPr/>
          </p:nvSpPr>
          <p:spPr>
            <a:xfrm>
              <a:off x="9127800" y="34700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77" name="Group 33"/>
          <p:cNvGrpSpPr/>
          <p:nvPr/>
        </p:nvGrpSpPr>
        <p:grpSpPr>
          <a:xfrm>
            <a:off x="9127800" y="4539960"/>
            <a:ext cx="342720" cy="342720"/>
            <a:chOff x="9127800" y="4539960"/>
            <a:chExt cx="342720" cy="342720"/>
          </a:xfrm>
        </p:grpSpPr>
        <p:sp>
          <p:nvSpPr>
            <p:cNvPr id="1078" name="Freeform 34"/>
            <p:cNvSpPr/>
            <p:nvPr/>
          </p:nvSpPr>
          <p:spPr>
            <a:xfrm>
              <a:off x="9127800" y="45399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79" name="Group 35"/>
          <p:cNvGrpSpPr/>
          <p:nvPr/>
        </p:nvGrpSpPr>
        <p:grpSpPr>
          <a:xfrm>
            <a:off x="9127800" y="5609880"/>
            <a:ext cx="342720" cy="342720"/>
            <a:chOff x="9127800" y="5609880"/>
            <a:chExt cx="342720" cy="342720"/>
          </a:xfrm>
        </p:grpSpPr>
        <p:sp>
          <p:nvSpPr>
            <p:cNvPr id="1080" name="Freeform 36"/>
            <p:cNvSpPr/>
            <p:nvPr/>
          </p:nvSpPr>
          <p:spPr>
            <a:xfrm>
              <a:off x="9127800" y="560988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81" name="Group 37"/>
          <p:cNvGrpSpPr/>
          <p:nvPr/>
        </p:nvGrpSpPr>
        <p:grpSpPr>
          <a:xfrm>
            <a:off x="9127800" y="6679800"/>
            <a:ext cx="342720" cy="342720"/>
            <a:chOff x="9127800" y="6679800"/>
            <a:chExt cx="342720" cy="342720"/>
          </a:xfrm>
        </p:grpSpPr>
        <p:sp>
          <p:nvSpPr>
            <p:cNvPr id="1082" name="Freeform 38"/>
            <p:cNvSpPr/>
            <p:nvPr/>
          </p:nvSpPr>
          <p:spPr>
            <a:xfrm>
              <a:off x="9127800" y="667980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83" name="Group 39"/>
          <p:cNvGrpSpPr/>
          <p:nvPr/>
        </p:nvGrpSpPr>
        <p:grpSpPr>
          <a:xfrm>
            <a:off x="9127800" y="7749360"/>
            <a:ext cx="342720" cy="342720"/>
            <a:chOff x="9127800" y="7749360"/>
            <a:chExt cx="342720" cy="342720"/>
          </a:xfrm>
        </p:grpSpPr>
        <p:sp>
          <p:nvSpPr>
            <p:cNvPr id="1084" name="Freeform 40"/>
            <p:cNvSpPr/>
            <p:nvPr/>
          </p:nvSpPr>
          <p:spPr>
            <a:xfrm>
              <a:off x="9127800" y="77493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85" name="Group 41"/>
          <p:cNvGrpSpPr/>
          <p:nvPr/>
        </p:nvGrpSpPr>
        <p:grpSpPr>
          <a:xfrm>
            <a:off x="2183040" y="2215080"/>
            <a:ext cx="2918880" cy="6244920"/>
            <a:chOff x="2183040" y="2215080"/>
            <a:chExt cx="2918880" cy="6244920"/>
          </a:xfrm>
        </p:grpSpPr>
        <p:sp>
          <p:nvSpPr>
            <p:cNvPr id="1086" name="Freeform 42"/>
            <p:cNvSpPr/>
            <p:nvPr/>
          </p:nvSpPr>
          <p:spPr>
            <a:xfrm>
              <a:off x="2183040" y="2215080"/>
              <a:ext cx="2918880" cy="6244920"/>
            </a:xfrm>
            <a:custGeom>
              <a:avLst/>
              <a:gdLst/>
              <a:ahLst/>
              <a:rect l="l" t="t" r="r" b="b"/>
              <a:pathLst>
                <a:path w="3892296" h="8327136">
                  <a:moveTo>
                    <a:pt x="0" y="0"/>
                  </a:moveTo>
                  <a:lnTo>
                    <a:pt x="3892296" y="0"/>
                  </a:lnTo>
                  <a:lnTo>
                    <a:pt x="3892296" y="8327136"/>
                  </a:lnTo>
                  <a:lnTo>
                    <a:pt x="0" y="832713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87" name="Group 43"/>
          <p:cNvGrpSpPr/>
          <p:nvPr/>
        </p:nvGrpSpPr>
        <p:grpSpPr>
          <a:xfrm>
            <a:off x="3214080" y="2077560"/>
            <a:ext cx="857520" cy="239040"/>
            <a:chOff x="3214080" y="2077560"/>
            <a:chExt cx="857520" cy="239040"/>
          </a:xfrm>
        </p:grpSpPr>
        <p:sp>
          <p:nvSpPr>
            <p:cNvPr id="1088" name="Freeform 44"/>
            <p:cNvSpPr/>
            <p:nvPr/>
          </p:nvSpPr>
          <p:spPr>
            <a:xfrm>
              <a:off x="3214080" y="2077560"/>
              <a:ext cx="857520" cy="239040"/>
            </a:xfrm>
            <a:custGeom>
              <a:avLst/>
              <a:gdLst/>
              <a:ahLst/>
              <a:rect l="l" t="t" r="r" b="b"/>
              <a:pathLst>
                <a:path w="1143635" h="319151">
                  <a:moveTo>
                    <a:pt x="0" y="159639"/>
                  </a:moveTo>
                  <a:cubicBezTo>
                    <a:pt x="0" y="71501"/>
                    <a:pt x="71501" y="0"/>
                    <a:pt x="159639" y="0"/>
                  </a:cubicBezTo>
                  <a:lnTo>
                    <a:pt x="983996" y="0"/>
                  </a:lnTo>
                  <a:cubicBezTo>
                    <a:pt x="1072134" y="0"/>
                    <a:pt x="1143635" y="71501"/>
                    <a:pt x="1143635" y="159639"/>
                  </a:cubicBezTo>
                  <a:cubicBezTo>
                    <a:pt x="1143635" y="247777"/>
                    <a:pt x="1072134" y="319151"/>
                    <a:pt x="983996" y="319151"/>
                  </a:cubicBezTo>
                  <a:lnTo>
                    <a:pt x="159639" y="319151"/>
                  </a:lnTo>
                  <a:cubicBezTo>
                    <a:pt x="71501" y="319151"/>
                    <a:pt x="0" y="247777"/>
                    <a:pt x="0" y="159639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89" name="Group 45"/>
          <p:cNvGrpSpPr/>
          <p:nvPr/>
        </p:nvGrpSpPr>
        <p:grpSpPr>
          <a:xfrm>
            <a:off x="8983800" y="2256120"/>
            <a:ext cx="630720" cy="630720"/>
            <a:chOff x="8983800" y="2256120"/>
            <a:chExt cx="630720" cy="630720"/>
          </a:xfrm>
        </p:grpSpPr>
        <p:sp>
          <p:nvSpPr>
            <p:cNvPr id="1090" name="Freeform 46"/>
            <p:cNvSpPr/>
            <p:nvPr/>
          </p:nvSpPr>
          <p:spPr>
            <a:xfrm>
              <a:off x="8983800" y="22561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1" name="Group 47"/>
          <p:cNvGrpSpPr/>
          <p:nvPr/>
        </p:nvGrpSpPr>
        <p:grpSpPr>
          <a:xfrm>
            <a:off x="9127800" y="2400120"/>
            <a:ext cx="342720" cy="342720"/>
            <a:chOff x="9127800" y="2400120"/>
            <a:chExt cx="342720" cy="342720"/>
          </a:xfrm>
        </p:grpSpPr>
        <p:sp>
          <p:nvSpPr>
            <p:cNvPr id="1092" name="Freeform 48"/>
            <p:cNvSpPr/>
            <p:nvPr/>
          </p:nvSpPr>
          <p:spPr>
            <a:xfrm>
              <a:off x="9127800" y="240012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3" name="Group 49"/>
          <p:cNvGrpSpPr/>
          <p:nvPr/>
        </p:nvGrpSpPr>
        <p:grpSpPr>
          <a:xfrm>
            <a:off x="9834120" y="2561760"/>
            <a:ext cx="11950200" cy="654120"/>
            <a:chOff x="9834120" y="2561760"/>
            <a:chExt cx="11950200" cy="654120"/>
          </a:xfrm>
        </p:grpSpPr>
        <p:sp>
          <p:nvSpPr>
            <p:cNvPr id="1094" name="Freeform 50"/>
            <p:cNvSpPr/>
            <p:nvPr/>
          </p:nvSpPr>
          <p:spPr>
            <a:xfrm>
              <a:off x="9834120" y="264024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1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095" name="TextBox 51"/>
            <p:cNvSpPr/>
            <p:nvPr/>
          </p:nvSpPr>
          <p:spPr>
            <a:xfrm>
              <a:off x="9834120" y="256176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Bắt buộc nhập, hiển thị cảnh báo nếu bỏ trống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1096" name="Group 52"/>
          <p:cNvGrpSpPr/>
          <p:nvPr/>
        </p:nvGrpSpPr>
        <p:grpSpPr>
          <a:xfrm>
            <a:off x="8983800" y="3326040"/>
            <a:ext cx="630720" cy="630720"/>
            <a:chOff x="8983800" y="3326040"/>
            <a:chExt cx="630720" cy="630720"/>
          </a:xfrm>
        </p:grpSpPr>
        <p:sp>
          <p:nvSpPr>
            <p:cNvPr id="1097" name="Freeform 53"/>
            <p:cNvSpPr/>
            <p:nvPr/>
          </p:nvSpPr>
          <p:spPr>
            <a:xfrm>
              <a:off x="8983800" y="332604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098" name="Group 54"/>
          <p:cNvGrpSpPr/>
          <p:nvPr/>
        </p:nvGrpSpPr>
        <p:grpSpPr>
          <a:xfrm>
            <a:off x="9127800" y="3470040"/>
            <a:ext cx="342720" cy="342720"/>
            <a:chOff x="9127800" y="3470040"/>
            <a:chExt cx="342720" cy="342720"/>
          </a:xfrm>
        </p:grpSpPr>
        <p:sp>
          <p:nvSpPr>
            <p:cNvPr id="1099" name="Freeform 55"/>
            <p:cNvSpPr/>
            <p:nvPr/>
          </p:nvSpPr>
          <p:spPr>
            <a:xfrm>
              <a:off x="9127800" y="34700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0" name="Group 56"/>
          <p:cNvGrpSpPr/>
          <p:nvPr/>
        </p:nvGrpSpPr>
        <p:grpSpPr>
          <a:xfrm>
            <a:off x="9834120" y="3249360"/>
            <a:ext cx="11950200" cy="474120"/>
            <a:chOff x="9834120" y="3249360"/>
            <a:chExt cx="11950200" cy="474120"/>
          </a:xfrm>
        </p:grpSpPr>
        <p:sp>
          <p:nvSpPr>
            <p:cNvPr id="1101" name="Freeform 57"/>
            <p:cNvSpPr/>
            <p:nvPr/>
          </p:nvSpPr>
          <p:spPr>
            <a:xfrm>
              <a:off x="9834120" y="328500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2" name="TextBox 58"/>
            <p:cNvSpPr/>
            <p:nvPr/>
          </p:nvSpPr>
          <p:spPr>
            <a:xfrm>
              <a:off x="9834120" y="324936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Ngày diễn ra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103" name="Group 59"/>
          <p:cNvGrpSpPr/>
          <p:nvPr/>
        </p:nvGrpSpPr>
        <p:grpSpPr>
          <a:xfrm>
            <a:off x="9834120" y="3631680"/>
            <a:ext cx="11950200" cy="654120"/>
            <a:chOff x="9834120" y="3631680"/>
            <a:chExt cx="11950200" cy="654120"/>
          </a:xfrm>
        </p:grpSpPr>
        <p:sp>
          <p:nvSpPr>
            <p:cNvPr id="1104" name="Freeform 60"/>
            <p:cNvSpPr/>
            <p:nvPr/>
          </p:nvSpPr>
          <p:spPr>
            <a:xfrm>
              <a:off x="9834120" y="371016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05" name="TextBox 61"/>
            <p:cNvSpPr/>
            <p:nvPr/>
          </p:nvSpPr>
          <p:spPr>
            <a:xfrm>
              <a:off x="9834120" y="363168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Date picker + phím tắt “Hôm nay / Ngày mai / Ngày kia”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1106" name="Group 62"/>
          <p:cNvGrpSpPr/>
          <p:nvPr/>
        </p:nvGrpSpPr>
        <p:grpSpPr>
          <a:xfrm>
            <a:off x="8983800" y="5383440"/>
            <a:ext cx="630720" cy="630720"/>
            <a:chOff x="8983800" y="5383440"/>
            <a:chExt cx="630720" cy="630720"/>
          </a:xfrm>
        </p:grpSpPr>
        <p:sp>
          <p:nvSpPr>
            <p:cNvPr id="1107" name="Freeform 63"/>
            <p:cNvSpPr/>
            <p:nvPr/>
          </p:nvSpPr>
          <p:spPr>
            <a:xfrm>
              <a:off x="8983800" y="538344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08" name="Group 64"/>
          <p:cNvGrpSpPr/>
          <p:nvPr/>
        </p:nvGrpSpPr>
        <p:grpSpPr>
          <a:xfrm>
            <a:off x="9127800" y="5527440"/>
            <a:ext cx="342720" cy="342720"/>
            <a:chOff x="9127800" y="5527440"/>
            <a:chExt cx="342720" cy="342720"/>
          </a:xfrm>
        </p:grpSpPr>
        <p:sp>
          <p:nvSpPr>
            <p:cNvPr id="1109" name="Freeform 65"/>
            <p:cNvSpPr/>
            <p:nvPr/>
          </p:nvSpPr>
          <p:spPr>
            <a:xfrm>
              <a:off x="9127800" y="55274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0" name="Group 66"/>
          <p:cNvGrpSpPr/>
          <p:nvPr/>
        </p:nvGrpSpPr>
        <p:grpSpPr>
          <a:xfrm>
            <a:off x="9834120" y="5306760"/>
            <a:ext cx="11950200" cy="474120"/>
            <a:chOff x="9834120" y="5306760"/>
            <a:chExt cx="11950200" cy="474120"/>
          </a:xfrm>
        </p:grpSpPr>
        <p:sp>
          <p:nvSpPr>
            <p:cNvPr id="1111" name="Freeform 67"/>
            <p:cNvSpPr/>
            <p:nvPr/>
          </p:nvSpPr>
          <p:spPr>
            <a:xfrm>
              <a:off x="9834120" y="534240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2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2" name="TextBox 68"/>
            <p:cNvSpPr/>
            <p:nvPr/>
          </p:nvSpPr>
          <p:spPr>
            <a:xfrm>
              <a:off x="9834120" y="530676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Khung giờ bắt đầu – kết thúc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113" name="Group 69"/>
          <p:cNvGrpSpPr/>
          <p:nvPr/>
        </p:nvGrpSpPr>
        <p:grpSpPr>
          <a:xfrm>
            <a:off x="9834120" y="5689080"/>
            <a:ext cx="11950200" cy="654120"/>
            <a:chOff x="9834120" y="5689080"/>
            <a:chExt cx="11950200" cy="654120"/>
          </a:xfrm>
        </p:grpSpPr>
        <p:sp>
          <p:nvSpPr>
            <p:cNvPr id="1114" name="Freeform 70"/>
            <p:cNvSpPr/>
            <p:nvPr/>
          </p:nvSpPr>
          <p:spPr>
            <a:xfrm>
              <a:off x="9834120" y="576756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2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15" name="TextBox 71"/>
            <p:cNvSpPr/>
            <p:nvPr/>
          </p:nvSpPr>
          <p:spPr>
            <a:xfrm>
              <a:off x="9834120" y="568908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Tự tính thời lượng, có nút nhanh ±1 giờ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1116" name="Group 72"/>
          <p:cNvGrpSpPr/>
          <p:nvPr/>
        </p:nvGrpSpPr>
        <p:grpSpPr>
          <a:xfrm>
            <a:off x="8983800" y="6453360"/>
            <a:ext cx="630720" cy="630720"/>
            <a:chOff x="8983800" y="6453360"/>
            <a:chExt cx="630720" cy="630720"/>
          </a:xfrm>
        </p:grpSpPr>
        <p:sp>
          <p:nvSpPr>
            <p:cNvPr id="1117" name="Freeform 73"/>
            <p:cNvSpPr/>
            <p:nvPr/>
          </p:nvSpPr>
          <p:spPr>
            <a:xfrm>
              <a:off x="8983800" y="645336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18" name="Group 74"/>
          <p:cNvGrpSpPr/>
          <p:nvPr/>
        </p:nvGrpSpPr>
        <p:grpSpPr>
          <a:xfrm>
            <a:off x="9127800" y="6597360"/>
            <a:ext cx="342720" cy="342720"/>
            <a:chOff x="9127800" y="6597360"/>
            <a:chExt cx="342720" cy="342720"/>
          </a:xfrm>
        </p:grpSpPr>
        <p:sp>
          <p:nvSpPr>
            <p:cNvPr id="1119" name="Freeform 75"/>
            <p:cNvSpPr/>
            <p:nvPr/>
          </p:nvSpPr>
          <p:spPr>
            <a:xfrm>
              <a:off x="9127800" y="65973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20" name="Group 76"/>
          <p:cNvGrpSpPr/>
          <p:nvPr/>
        </p:nvGrpSpPr>
        <p:grpSpPr>
          <a:xfrm>
            <a:off x="9834120" y="6376680"/>
            <a:ext cx="11950200" cy="474120"/>
            <a:chOff x="9834120" y="6376680"/>
            <a:chExt cx="11950200" cy="474120"/>
          </a:xfrm>
        </p:grpSpPr>
        <p:sp>
          <p:nvSpPr>
            <p:cNvPr id="1121" name="Freeform 77"/>
            <p:cNvSpPr/>
            <p:nvPr/>
          </p:nvSpPr>
          <p:spPr>
            <a:xfrm>
              <a:off x="9834120" y="641232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2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2" name="TextBox 78"/>
            <p:cNvSpPr/>
            <p:nvPr/>
          </p:nvSpPr>
          <p:spPr>
            <a:xfrm>
              <a:off x="9834120" y="637668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Danh mục sự kiện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123" name="Group 79"/>
          <p:cNvGrpSpPr/>
          <p:nvPr/>
        </p:nvGrpSpPr>
        <p:grpSpPr>
          <a:xfrm>
            <a:off x="9834120" y="6759000"/>
            <a:ext cx="11950200" cy="654120"/>
            <a:chOff x="9834120" y="6759000"/>
            <a:chExt cx="11950200" cy="654120"/>
          </a:xfrm>
        </p:grpSpPr>
        <p:sp>
          <p:nvSpPr>
            <p:cNvPr id="1124" name="Freeform 80"/>
            <p:cNvSpPr/>
            <p:nvPr/>
          </p:nvSpPr>
          <p:spPr>
            <a:xfrm>
              <a:off x="9834120" y="683748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2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25" name="TextBox 81"/>
            <p:cNvSpPr/>
            <p:nvPr/>
          </p:nvSpPr>
          <p:spPr>
            <a:xfrm>
              <a:off x="9834120" y="675900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Chọn 1 trong các danh mục có màu sắc riêng biệt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1126" name="Group 82"/>
          <p:cNvGrpSpPr/>
          <p:nvPr/>
        </p:nvGrpSpPr>
        <p:grpSpPr>
          <a:xfrm>
            <a:off x="8983800" y="7523280"/>
            <a:ext cx="630720" cy="630720"/>
            <a:chOff x="8983800" y="7523280"/>
            <a:chExt cx="630720" cy="630720"/>
          </a:xfrm>
        </p:grpSpPr>
        <p:sp>
          <p:nvSpPr>
            <p:cNvPr id="1127" name="Freeform 83"/>
            <p:cNvSpPr/>
            <p:nvPr/>
          </p:nvSpPr>
          <p:spPr>
            <a:xfrm>
              <a:off x="8983800" y="752328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28" name="Group 84"/>
          <p:cNvGrpSpPr/>
          <p:nvPr/>
        </p:nvGrpSpPr>
        <p:grpSpPr>
          <a:xfrm>
            <a:off x="9127800" y="7667280"/>
            <a:ext cx="342720" cy="342720"/>
            <a:chOff x="9127800" y="7667280"/>
            <a:chExt cx="342720" cy="342720"/>
          </a:xfrm>
        </p:grpSpPr>
        <p:sp>
          <p:nvSpPr>
            <p:cNvPr id="1129" name="Freeform 85"/>
            <p:cNvSpPr/>
            <p:nvPr/>
          </p:nvSpPr>
          <p:spPr>
            <a:xfrm>
              <a:off x="9127800" y="766728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30" name="Group 86"/>
          <p:cNvGrpSpPr/>
          <p:nvPr/>
        </p:nvGrpSpPr>
        <p:grpSpPr>
          <a:xfrm>
            <a:off x="9834120" y="7446600"/>
            <a:ext cx="11950200" cy="474120"/>
            <a:chOff x="9834120" y="7446600"/>
            <a:chExt cx="11950200" cy="474120"/>
          </a:xfrm>
        </p:grpSpPr>
        <p:sp>
          <p:nvSpPr>
            <p:cNvPr id="1131" name="Freeform 87"/>
            <p:cNvSpPr/>
            <p:nvPr/>
          </p:nvSpPr>
          <p:spPr>
            <a:xfrm>
              <a:off x="9834120" y="748224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2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2" name="TextBox 88"/>
            <p:cNvSpPr/>
            <p:nvPr/>
          </p:nvSpPr>
          <p:spPr>
            <a:xfrm>
              <a:off x="9834120" y="744660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Ghi chú chi tiết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133" name="Group 89"/>
          <p:cNvGrpSpPr/>
          <p:nvPr/>
        </p:nvGrpSpPr>
        <p:grpSpPr>
          <a:xfrm>
            <a:off x="9834120" y="7828920"/>
            <a:ext cx="11950200" cy="654120"/>
            <a:chOff x="9834120" y="7828920"/>
            <a:chExt cx="11950200" cy="654120"/>
          </a:xfrm>
        </p:grpSpPr>
        <p:sp>
          <p:nvSpPr>
            <p:cNvPr id="1134" name="Freeform 90"/>
            <p:cNvSpPr/>
            <p:nvPr/>
          </p:nvSpPr>
          <p:spPr>
            <a:xfrm>
              <a:off x="9834120" y="790740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2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35" name="TextBox 91"/>
            <p:cNvSpPr/>
            <p:nvPr/>
          </p:nvSpPr>
          <p:spPr>
            <a:xfrm>
              <a:off x="9834120" y="782892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Địa điểm, nội dung chuẩn bị (tuỳ chọn)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1136" name="Group 92"/>
          <p:cNvGrpSpPr/>
          <p:nvPr/>
        </p:nvGrpSpPr>
        <p:grpSpPr>
          <a:xfrm>
            <a:off x="8983800" y="8593200"/>
            <a:ext cx="630720" cy="630720"/>
            <a:chOff x="8983800" y="8593200"/>
            <a:chExt cx="630720" cy="630720"/>
          </a:xfrm>
        </p:grpSpPr>
        <p:sp>
          <p:nvSpPr>
            <p:cNvPr id="1137" name="Freeform 93"/>
            <p:cNvSpPr/>
            <p:nvPr/>
          </p:nvSpPr>
          <p:spPr>
            <a:xfrm>
              <a:off x="8983800" y="859320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38" name="Group 94"/>
          <p:cNvGrpSpPr/>
          <p:nvPr/>
        </p:nvGrpSpPr>
        <p:grpSpPr>
          <a:xfrm>
            <a:off x="9127800" y="8737200"/>
            <a:ext cx="342720" cy="342720"/>
            <a:chOff x="9127800" y="8737200"/>
            <a:chExt cx="342720" cy="342720"/>
          </a:xfrm>
        </p:grpSpPr>
        <p:sp>
          <p:nvSpPr>
            <p:cNvPr id="1139" name="Freeform 95"/>
            <p:cNvSpPr/>
            <p:nvPr/>
          </p:nvSpPr>
          <p:spPr>
            <a:xfrm>
              <a:off x="9127800" y="873720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40" name="Group 96"/>
          <p:cNvGrpSpPr/>
          <p:nvPr/>
        </p:nvGrpSpPr>
        <p:grpSpPr>
          <a:xfrm>
            <a:off x="9834120" y="8516160"/>
            <a:ext cx="11950200" cy="474480"/>
            <a:chOff x="9834120" y="8516160"/>
            <a:chExt cx="11950200" cy="474480"/>
          </a:xfrm>
        </p:grpSpPr>
        <p:sp>
          <p:nvSpPr>
            <p:cNvPr id="1141" name="Freeform 97"/>
            <p:cNvSpPr/>
            <p:nvPr/>
          </p:nvSpPr>
          <p:spPr>
            <a:xfrm>
              <a:off x="9834120" y="855216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3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2" name="TextBox 98"/>
            <p:cNvSpPr/>
            <p:nvPr/>
          </p:nvSpPr>
          <p:spPr>
            <a:xfrm>
              <a:off x="9834120" y="851616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Thông báo nhắc nhở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143" name="Group 99"/>
          <p:cNvGrpSpPr/>
          <p:nvPr/>
        </p:nvGrpSpPr>
        <p:grpSpPr>
          <a:xfrm>
            <a:off x="9834120" y="8898480"/>
            <a:ext cx="11950200" cy="654480"/>
            <a:chOff x="9834120" y="8898480"/>
            <a:chExt cx="11950200" cy="654480"/>
          </a:xfrm>
        </p:grpSpPr>
        <p:sp>
          <p:nvSpPr>
            <p:cNvPr id="1144" name="Freeform 100"/>
            <p:cNvSpPr/>
            <p:nvPr/>
          </p:nvSpPr>
          <p:spPr>
            <a:xfrm>
              <a:off x="9834120" y="897732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3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45" name="TextBox 101"/>
            <p:cNvSpPr/>
            <p:nvPr/>
          </p:nvSpPr>
          <p:spPr>
            <a:xfrm>
              <a:off x="9834120" y="889848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Bật/tắt và chọn thời gian nhắc trước sự kiện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1146" name="Group 102"/>
          <p:cNvGrpSpPr/>
          <p:nvPr/>
        </p:nvGrpSpPr>
        <p:grpSpPr>
          <a:xfrm>
            <a:off x="8983800" y="4354920"/>
            <a:ext cx="630720" cy="630720"/>
            <a:chOff x="8983800" y="4354920"/>
            <a:chExt cx="630720" cy="630720"/>
          </a:xfrm>
        </p:grpSpPr>
        <p:sp>
          <p:nvSpPr>
            <p:cNvPr id="1147" name="Freeform 103"/>
            <p:cNvSpPr/>
            <p:nvPr/>
          </p:nvSpPr>
          <p:spPr>
            <a:xfrm>
              <a:off x="8983800" y="43549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48" name="Group 104"/>
          <p:cNvGrpSpPr/>
          <p:nvPr/>
        </p:nvGrpSpPr>
        <p:grpSpPr>
          <a:xfrm>
            <a:off x="9834120" y="4277880"/>
            <a:ext cx="11950200" cy="474120"/>
            <a:chOff x="9834120" y="4277880"/>
            <a:chExt cx="11950200" cy="474120"/>
          </a:xfrm>
        </p:grpSpPr>
        <p:sp>
          <p:nvSpPr>
            <p:cNvPr id="1149" name="Freeform 105"/>
            <p:cNvSpPr/>
            <p:nvPr/>
          </p:nvSpPr>
          <p:spPr>
            <a:xfrm>
              <a:off x="9834120" y="4313520"/>
              <a:ext cx="11950200" cy="438480"/>
            </a:xfrm>
            <a:custGeom>
              <a:avLst/>
              <a:gdLst/>
              <a:ahLst/>
              <a:rect l="l" t="t" r="r" b="b"/>
              <a:pathLst>
                <a:path w="15934199" h="585000">
                  <a:moveTo>
                    <a:pt x="0" y="0"/>
                  </a:moveTo>
                  <a:lnTo>
                    <a:pt x="15934199" y="0"/>
                  </a:lnTo>
                  <a:lnTo>
                    <a:pt x="15934199" y="585000"/>
                  </a:lnTo>
                  <a:lnTo>
                    <a:pt x="0" y="585000"/>
                  </a:lnTo>
                  <a:close/>
                </a:path>
              </a:pathLst>
            </a:custGeom>
            <a:blipFill rotWithShape="0">
              <a:blip r:embed="rId3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0" name="TextBox 106"/>
            <p:cNvSpPr/>
            <p:nvPr/>
          </p:nvSpPr>
          <p:spPr>
            <a:xfrm>
              <a:off x="9834120" y="4277880"/>
              <a:ext cx="11950200" cy="47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Thiết lập chu kỳ 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151" name="Group 107"/>
          <p:cNvGrpSpPr/>
          <p:nvPr/>
        </p:nvGrpSpPr>
        <p:grpSpPr>
          <a:xfrm>
            <a:off x="9834120" y="4660200"/>
            <a:ext cx="11950200" cy="654480"/>
            <a:chOff x="9834120" y="4660200"/>
            <a:chExt cx="11950200" cy="654480"/>
          </a:xfrm>
        </p:grpSpPr>
        <p:sp>
          <p:nvSpPr>
            <p:cNvPr id="1152" name="Freeform 108"/>
            <p:cNvSpPr/>
            <p:nvPr/>
          </p:nvSpPr>
          <p:spPr>
            <a:xfrm>
              <a:off x="9834120" y="4739040"/>
              <a:ext cx="11950200" cy="575640"/>
            </a:xfrm>
            <a:custGeom>
              <a:avLst/>
              <a:gdLst/>
              <a:ahLst/>
              <a:rect l="l" t="t" r="r" b="b"/>
              <a:pathLst>
                <a:path w="15934199" h="768000">
                  <a:moveTo>
                    <a:pt x="0" y="0"/>
                  </a:moveTo>
                  <a:lnTo>
                    <a:pt x="15934199" y="0"/>
                  </a:lnTo>
                  <a:lnTo>
                    <a:pt x="15934199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3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3" name="TextBox 109"/>
            <p:cNvSpPr/>
            <p:nvPr/>
          </p:nvSpPr>
          <p:spPr>
            <a:xfrm>
              <a:off x="9834120" y="4660200"/>
              <a:ext cx="11950200" cy="654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906"/>
                </a:lnSpc>
                <a:buNone/>
              </a:pPr>
              <a:r>
                <a:rPr b="0" lang="en-US" sz="200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Click chọn các thứ trong tuần để tạo chuỗi sự kiện lặp lại. </a:t>
              </a:r>
              <a:endParaRPr b="0" lang="vi-VN" sz="2000" spc="-1" strike="noStrike">
                <a:latin typeface="Noto Sans CJK SC"/>
              </a:endParaRPr>
            </a:p>
          </p:txBody>
        </p:sp>
      </p:grpSp>
      <p:grpSp>
        <p:nvGrpSpPr>
          <p:cNvPr id="1154" name="Group 110"/>
          <p:cNvGrpSpPr/>
          <p:nvPr/>
        </p:nvGrpSpPr>
        <p:grpSpPr>
          <a:xfrm>
            <a:off x="9171360" y="4200480"/>
            <a:ext cx="1023120" cy="831960"/>
            <a:chOff x="9171360" y="4200480"/>
            <a:chExt cx="1023120" cy="831960"/>
          </a:xfrm>
        </p:grpSpPr>
        <p:sp>
          <p:nvSpPr>
            <p:cNvPr id="1155" name="Freeform 111"/>
            <p:cNvSpPr/>
            <p:nvPr/>
          </p:nvSpPr>
          <p:spPr>
            <a:xfrm>
              <a:off x="9171360" y="4249080"/>
              <a:ext cx="1023120" cy="783360"/>
            </a:xfrm>
            <a:custGeom>
              <a:avLst/>
              <a:gdLst/>
              <a:ahLst/>
              <a:rect l="l" t="t" r="r" b="b"/>
              <a:pathLst>
                <a:path w="841200" h="768000">
                  <a:moveTo>
                    <a:pt x="0" y="0"/>
                  </a:moveTo>
                  <a:lnTo>
                    <a:pt x="841200" y="0"/>
                  </a:lnTo>
                  <a:lnTo>
                    <a:pt x="841200" y="768000"/>
                  </a:lnTo>
                  <a:lnTo>
                    <a:pt x="0" y="768000"/>
                  </a:lnTo>
                  <a:close/>
                </a:path>
              </a:pathLst>
            </a:custGeom>
            <a:blipFill rotWithShape="0">
              <a:blip r:embed="rId3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56" name="TextBox 112"/>
            <p:cNvSpPr/>
            <p:nvPr/>
          </p:nvSpPr>
          <p:spPr>
            <a:xfrm>
              <a:off x="9171360" y="4200480"/>
              <a:ext cx="1022760" cy="8319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789"/>
                </a:lnSpc>
                <a:buNone/>
              </a:pPr>
              <a:r>
                <a:rPr b="1" lang="en-US" sz="2320" spc="-1" strike="noStrike">
                  <a:solidFill>
                    <a:srgbClr val="ffffff"/>
                  </a:solidFill>
                  <a:latin typeface="Calibri (MS) Bold"/>
                  <a:ea typeface="Calibri (MS) Bold"/>
                </a:rPr>
                <a:t>↺</a:t>
              </a:r>
              <a:endParaRPr b="0" lang="vi-VN" sz="2320" spc="-1" strike="noStrike">
                <a:latin typeface="Noto Sans CJK SC"/>
              </a:endParaRPr>
            </a:p>
          </p:txBody>
        </p:sp>
      </p:grpSp>
      <p:grpSp>
        <p:nvGrpSpPr>
          <p:cNvPr id="1157" name="Group 113"/>
          <p:cNvGrpSpPr/>
          <p:nvPr/>
        </p:nvGrpSpPr>
        <p:grpSpPr>
          <a:xfrm>
            <a:off x="2241360" y="2309760"/>
            <a:ext cx="2802600" cy="1654200"/>
            <a:chOff x="2241360" y="2309760"/>
            <a:chExt cx="2802600" cy="1654200"/>
          </a:xfrm>
        </p:grpSpPr>
        <p:sp>
          <p:nvSpPr>
            <p:cNvPr id="1158" name="Freeform 114"/>
            <p:cNvSpPr/>
            <p:nvPr/>
          </p:nvSpPr>
          <p:spPr>
            <a:xfrm>
              <a:off x="2241360" y="2309760"/>
              <a:ext cx="2802600" cy="1654200"/>
            </a:xfrm>
            <a:custGeom>
              <a:avLst/>
              <a:gdLst/>
              <a:ahLst/>
              <a:rect l="l" t="t" r="r" b="b"/>
              <a:pathLst>
                <a:path w="3737229" h="2205990">
                  <a:moveTo>
                    <a:pt x="0" y="0"/>
                  </a:moveTo>
                  <a:lnTo>
                    <a:pt x="3737229" y="0"/>
                  </a:lnTo>
                  <a:lnTo>
                    <a:pt x="3737229" y="2205990"/>
                  </a:lnTo>
                  <a:lnTo>
                    <a:pt x="0" y="2205990"/>
                  </a:lnTo>
                  <a:close/>
                </a:path>
              </a:pathLst>
            </a:custGeom>
            <a:blipFill rotWithShape="0">
              <a:blip r:embed="rId36">
                <a:alphaModFix amt="0"/>
              </a:blip>
              <a:srcRect/>
              <a:stretch/>
            </a:blipFill>
            <a:ln cap="sq" w="14288">
              <a:solidFill>
                <a:srgbClr val="ed7d3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59" name="Group 115"/>
          <p:cNvGrpSpPr/>
          <p:nvPr/>
        </p:nvGrpSpPr>
        <p:grpSpPr>
          <a:xfrm>
            <a:off x="1104120" y="3047760"/>
            <a:ext cx="342720" cy="342720"/>
            <a:chOff x="1104120" y="3047760"/>
            <a:chExt cx="342720" cy="342720"/>
          </a:xfrm>
        </p:grpSpPr>
        <p:sp>
          <p:nvSpPr>
            <p:cNvPr id="1160" name="Freeform 116"/>
            <p:cNvSpPr/>
            <p:nvPr/>
          </p:nvSpPr>
          <p:spPr>
            <a:xfrm>
              <a:off x="1104120" y="30477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61" name="Group 117"/>
          <p:cNvGrpSpPr/>
          <p:nvPr/>
        </p:nvGrpSpPr>
        <p:grpSpPr>
          <a:xfrm>
            <a:off x="960120" y="2821320"/>
            <a:ext cx="630720" cy="630720"/>
            <a:chOff x="960120" y="2821320"/>
            <a:chExt cx="630720" cy="630720"/>
          </a:xfrm>
        </p:grpSpPr>
        <p:sp>
          <p:nvSpPr>
            <p:cNvPr id="1162" name="Freeform 118"/>
            <p:cNvSpPr/>
            <p:nvPr/>
          </p:nvSpPr>
          <p:spPr>
            <a:xfrm>
              <a:off x="960120" y="28213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63" name="Group 119"/>
          <p:cNvGrpSpPr/>
          <p:nvPr/>
        </p:nvGrpSpPr>
        <p:grpSpPr>
          <a:xfrm>
            <a:off x="1104120" y="2965320"/>
            <a:ext cx="342720" cy="342720"/>
            <a:chOff x="1104120" y="2965320"/>
            <a:chExt cx="342720" cy="342720"/>
          </a:xfrm>
        </p:grpSpPr>
        <p:sp>
          <p:nvSpPr>
            <p:cNvPr id="1164" name="Freeform 120"/>
            <p:cNvSpPr/>
            <p:nvPr/>
          </p:nvSpPr>
          <p:spPr>
            <a:xfrm>
              <a:off x="1104120" y="296532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65" name="AutoShape 121"/>
          <p:cNvSpPr/>
          <p:nvPr/>
        </p:nvSpPr>
        <p:spPr>
          <a:xfrm>
            <a:off x="1583640" y="3124800"/>
            <a:ext cx="671760" cy="23760"/>
          </a:xfrm>
          <a:prstGeom prst="line">
            <a:avLst/>
          </a:prstGeom>
          <a:ln cap="rnd" w="9525">
            <a:solidFill>
              <a:srgbClr val="ed7d31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66" name="Group 122"/>
          <p:cNvGrpSpPr/>
          <p:nvPr/>
        </p:nvGrpSpPr>
        <p:grpSpPr>
          <a:xfrm>
            <a:off x="5824800" y="4330440"/>
            <a:ext cx="342720" cy="342720"/>
            <a:chOff x="5824800" y="4330440"/>
            <a:chExt cx="342720" cy="342720"/>
          </a:xfrm>
        </p:grpSpPr>
        <p:sp>
          <p:nvSpPr>
            <p:cNvPr id="1167" name="Freeform 123"/>
            <p:cNvSpPr/>
            <p:nvPr/>
          </p:nvSpPr>
          <p:spPr>
            <a:xfrm>
              <a:off x="5824800" y="43304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3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68" name="Group 124"/>
          <p:cNvGrpSpPr/>
          <p:nvPr/>
        </p:nvGrpSpPr>
        <p:grpSpPr>
          <a:xfrm>
            <a:off x="5680800" y="4104360"/>
            <a:ext cx="630720" cy="630720"/>
            <a:chOff x="5680800" y="4104360"/>
            <a:chExt cx="630720" cy="630720"/>
          </a:xfrm>
        </p:grpSpPr>
        <p:sp>
          <p:nvSpPr>
            <p:cNvPr id="1169" name="Freeform 125"/>
            <p:cNvSpPr/>
            <p:nvPr/>
          </p:nvSpPr>
          <p:spPr>
            <a:xfrm>
              <a:off x="5680800" y="410436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70" name="Group 126"/>
          <p:cNvGrpSpPr/>
          <p:nvPr/>
        </p:nvGrpSpPr>
        <p:grpSpPr>
          <a:xfrm>
            <a:off x="5824800" y="4248360"/>
            <a:ext cx="342720" cy="342720"/>
            <a:chOff x="5824800" y="4248360"/>
            <a:chExt cx="342720" cy="342720"/>
          </a:xfrm>
        </p:grpSpPr>
        <p:sp>
          <p:nvSpPr>
            <p:cNvPr id="1171" name="Freeform 127"/>
            <p:cNvSpPr/>
            <p:nvPr/>
          </p:nvSpPr>
          <p:spPr>
            <a:xfrm>
              <a:off x="5824800" y="424836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72" name="Group 128"/>
          <p:cNvGrpSpPr/>
          <p:nvPr/>
        </p:nvGrpSpPr>
        <p:grpSpPr>
          <a:xfrm>
            <a:off x="2241360" y="3949920"/>
            <a:ext cx="2802600" cy="939600"/>
            <a:chOff x="2241360" y="3949920"/>
            <a:chExt cx="2802600" cy="939600"/>
          </a:xfrm>
        </p:grpSpPr>
        <p:sp>
          <p:nvSpPr>
            <p:cNvPr id="1173" name="Freeform 129"/>
            <p:cNvSpPr/>
            <p:nvPr/>
          </p:nvSpPr>
          <p:spPr>
            <a:xfrm>
              <a:off x="2241360" y="3949920"/>
              <a:ext cx="2802600" cy="939600"/>
            </a:xfrm>
            <a:custGeom>
              <a:avLst/>
              <a:gdLst/>
              <a:ahLst/>
              <a:rect l="l" t="t" r="r" b="b"/>
              <a:pathLst>
                <a:path w="3737229" h="1253236">
                  <a:moveTo>
                    <a:pt x="0" y="0"/>
                  </a:moveTo>
                  <a:lnTo>
                    <a:pt x="3737229" y="0"/>
                  </a:lnTo>
                  <a:lnTo>
                    <a:pt x="3737229" y="1253236"/>
                  </a:lnTo>
                  <a:lnTo>
                    <a:pt x="0" y="1253236"/>
                  </a:lnTo>
                  <a:close/>
                </a:path>
              </a:pathLst>
            </a:custGeom>
            <a:blipFill rotWithShape="0">
              <a:blip r:embed="rId41">
                <a:alphaModFix amt="0"/>
              </a:blip>
              <a:srcRect/>
              <a:stretch/>
            </a:blipFill>
            <a:ln cap="sq" w="14288">
              <a:solidFill>
                <a:srgbClr val="ed7d3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74" name="AutoShape 130"/>
          <p:cNvSpPr/>
          <p:nvPr/>
        </p:nvSpPr>
        <p:spPr>
          <a:xfrm>
            <a:off x="5030280" y="4407840"/>
            <a:ext cx="657360" cy="23760"/>
          </a:xfrm>
          <a:prstGeom prst="line">
            <a:avLst/>
          </a:prstGeom>
          <a:ln cap="rnd" w="9525">
            <a:solidFill>
              <a:srgbClr val="ed7d31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75" name="Group 131"/>
          <p:cNvGrpSpPr/>
          <p:nvPr/>
        </p:nvGrpSpPr>
        <p:grpSpPr>
          <a:xfrm>
            <a:off x="2241360" y="4920480"/>
            <a:ext cx="2802600" cy="1164960"/>
            <a:chOff x="2241360" y="4920480"/>
            <a:chExt cx="2802600" cy="1164960"/>
          </a:xfrm>
        </p:grpSpPr>
        <p:sp>
          <p:nvSpPr>
            <p:cNvPr id="1176" name="Freeform 132"/>
            <p:cNvSpPr/>
            <p:nvPr/>
          </p:nvSpPr>
          <p:spPr>
            <a:xfrm>
              <a:off x="2241360" y="4920480"/>
              <a:ext cx="2802600" cy="1164960"/>
            </a:xfrm>
            <a:custGeom>
              <a:avLst/>
              <a:gdLst/>
              <a:ahLst/>
              <a:rect l="l" t="t" r="r" b="b"/>
              <a:pathLst>
                <a:path w="3737229" h="1553845">
                  <a:moveTo>
                    <a:pt x="0" y="0"/>
                  </a:moveTo>
                  <a:lnTo>
                    <a:pt x="3737229" y="0"/>
                  </a:lnTo>
                  <a:lnTo>
                    <a:pt x="3737229" y="1553845"/>
                  </a:lnTo>
                  <a:lnTo>
                    <a:pt x="0" y="1553845"/>
                  </a:lnTo>
                  <a:close/>
                </a:path>
              </a:pathLst>
            </a:custGeom>
            <a:blipFill rotWithShape="0">
              <a:blip r:embed="rId42">
                <a:alphaModFix amt="0"/>
              </a:blip>
              <a:srcRect/>
              <a:stretch/>
            </a:blipFill>
            <a:ln cap="sq" w="14288">
              <a:solidFill>
                <a:srgbClr val="ed7d3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77" name="Group 133"/>
          <p:cNvGrpSpPr/>
          <p:nvPr/>
        </p:nvGrpSpPr>
        <p:grpSpPr>
          <a:xfrm>
            <a:off x="1104120" y="5459040"/>
            <a:ext cx="342720" cy="342720"/>
            <a:chOff x="1104120" y="5459040"/>
            <a:chExt cx="342720" cy="342720"/>
          </a:xfrm>
        </p:grpSpPr>
        <p:sp>
          <p:nvSpPr>
            <p:cNvPr id="1178" name="Freeform 134"/>
            <p:cNvSpPr/>
            <p:nvPr/>
          </p:nvSpPr>
          <p:spPr>
            <a:xfrm>
              <a:off x="1104120" y="545904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79" name="Group 135"/>
          <p:cNvGrpSpPr/>
          <p:nvPr/>
        </p:nvGrpSpPr>
        <p:grpSpPr>
          <a:xfrm>
            <a:off x="960120" y="5232600"/>
            <a:ext cx="630720" cy="630720"/>
            <a:chOff x="960120" y="5232600"/>
            <a:chExt cx="630720" cy="630720"/>
          </a:xfrm>
        </p:grpSpPr>
        <p:sp>
          <p:nvSpPr>
            <p:cNvPr id="1180" name="Freeform 136"/>
            <p:cNvSpPr/>
            <p:nvPr/>
          </p:nvSpPr>
          <p:spPr>
            <a:xfrm>
              <a:off x="960120" y="523260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81" name="Group 137"/>
          <p:cNvGrpSpPr/>
          <p:nvPr/>
        </p:nvGrpSpPr>
        <p:grpSpPr>
          <a:xfrm>
            <a:off x="1104120" y="5376600"/>
            <a:ext cx="342720" cy="342720"/>
            <a:chOff x="1104120" y="5376600"/>
            <a:chExt cx="342720" cy="342720"/>
          </a:xfrm>
        </p:grpSpPr>
        <p:sp>
          <p:nvSpPr>
            <p:cNvPr id="1182" name="Freeform 138"/>
            <p:cNvSpPr/>
            <p:nvPr/>
          </p:nvSpPr>
          <p:spPr>
            <a:xfrm>
              <a:off x="1104120" y="537660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83" name="AutoShape 139"/>
          <p:cNvSpPr/>
          <p:nvPr/>
        </p:nvSpPr>
        <p:spPr>
          <a:xfrm flipH="1">
            <a:off x="1583280" y="5500440"/>
            <a:ext cx="672480" cy="50040"/>
          </a:xfrm>
          <a:prstGeom prst="line">
            <a:avLst/>
          </a:prstGeom>
          <a:ln cap="rnd" w="9525">
            <a:solidFill>
              <a:srgbClr val="ed7d31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184" name="Group 140"/>
          <p:cNvGrpSpPr/>
          <p:nvPr/>
        </p:nvGrpSpPr>
        <p:grpSpPr>
          <a:xfrm>
            <a:off x="2306520" y="6116040"/>
            <a:ext cx="2737440" cy="1654200"/>
            <a:chOff x="2306520" y="6116040"/>
            <a:chExt cx="2737440" cy="1654200"/>
          </a:xfrm>
        </p:grpSpPr>
        <p:sp>
          <p:nvSpPr>
            <p:cNvPr id="1185" name="Freeform 141"/>
            <p:cNvSpPr/>
            <p:nvPr/>
          </p:nvSpPr>
          <p:spPr>
            <a:xfrm>
              <a:off x="2306520" y="6116040"/>
              <a:ext cx="2737440" cy="1654200"/>
            </a:xfrm>
            <a:custGeom>
              <a:avLst/>
              <a:gdLst/>
              <a:ahLst/>
              <a:rect l="l" t="t" r="r" b="b"/>
              <a:pathLst>
                <a:path w="3650234" h="2205990">
                  <a:moveTo>
                    <a:pt x="0" y="0"/>
                  </a:moveTo>
                  <a:lnTo>
                    <a:pt x="3650234" y="0"/>
                  </a:lnTo>
                  <a:lnTo>
                    <a:pt x="3650234" y="2205990"/>
                  </a:lnTo>
                  <a:lnTo>
                    <a:pt x="0" y="2205990"/>
                  </a:lnTo>
                  <a:close/>
                </a:path>
              </a:pathLst>
            </a:custGeom>
            <a:blipFill rotWithShape="0">
              <a:blip r:embed="rId45">
                <a:alphaModFix amt="0"/>
              </a:blip>
              <a:srcRect/>
              <a:stretch/>
            </a:blipFill>
            <a:ln cap="sq" w="14288">
              <a:solidFill>
                <a:srgbClr val="ed7d31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86" name="Group 142"/>
          <p:cNvGrpSpPr/>
          <p:nvPr/>
        </p:nvGrpSpPr>
        <p:grpSpPr>
          <a:xfrm>
            <a:off x="5680800" y="6810120"/>
            <a:ext cx="630720" cy="630720"/>
            <a:chOff x="5680800" y="6810120"/>
            <a:chExt cx="630720" cy="630720"/>
          </a:xfrm>
        </p:grpSpPr>
        <p:sp>
          <p:nvSpPr>
            <p:cNvPr id="1187" name="Freeform 143"/>
            <p:cNvSpPr/>
            <p:nvPr/>
          </p:nvSpPr>
          <p:spPr>
            <a:xfrm>
              <a:off x="5680800" y="6810120"/>
              <a:ext cx="630720" cy="630720"/>
            </a:xfrm>
            <a:custGeom>
              <a:avLst/>
              <a:gdLst/>
              <a:ahLst/>
              <a:rect l="l" t="t" r="r" b="b"/>
              <a:pathLst>
                <a:path w="841248" h="841248">
                  <a:moveTo>
                    <a:pt x="0" y="420624"/>
                  </a:moveTo>
                  <a:cubicBezTo>
                    <a:pt x="0" y="188341"/>
                    <a:pt x="188341" y="0"/>
                    <a:pt x="420624" y="0"/>
                  </a:cubicBezTo>
                  <a:cubicBezTo>
                    <a:pt x="652907" y="0"/>
                    <a:pt x="841248" y="188341"/>
                    <a:pt x="841248" y="420624"/>
                  </a:cubicBezTo>
                  <a:cubicBezTo>
                    <a:pt x="841248" y="652907"/>
                    <a:pt x="652907" y="841248"/>
                    <a:pt x="420624" y="841248"/>
                  </a:cubicBezTo>
                  <a:cubicBezTo>
                    <a:pt x="188341" y="841248"/>
                    <a:pt x="0" y="652907"/>
                    <a:pt x="0" y="420624"/>
                  </a:cubicBezTo>
                  <a:close/>
                </a:path>
              </a:pathLst>
            </a:custGeom>
            <a:solidFill>
              <a:srgbClr val="f9ab0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88" name="Group 144"/>
          <p:cNvGrpSpPr/>
          <p:nvPr/>
        </p:nvGrpSpPr>
        <p:grpSpPr>
          <a:xfrm>
            <a:off x="5824800" y="6954120"/>
            <a:ext cx="342720" cy="342720"/>
            <a:chOff x="5824800" y="6954120"/>
            <a:chExt cx="342720" cy="342720"/>
          </a:xfrm>
        </p:grpSpPr>
        <p:sp>
          <p:nvSpPr>
            <p:cNvPr id="1189" name="Freeform 145"/>
            <p:cNvSpPr/>
            <p:nvPr/>
          </p:nvSpPr>
          <p:spPr>
            <a:xfrm>
              <a:off x="5824800" y="6954120"/>
              <a:ext cx="342720" cy="342720"/>
            </a:xfrm>
            <a:custGeom>
              <a:avLst/>
              <a:gdLst/>
              <a:ahLst/>
              <a:rect l="l" t="t" r="r" b="b"/>
              <a:pathLst>
                <a:path w="457200" h="457200">
                  <a:moveTo>
                    <a:pt x="0" y="0"/>
                  </a:moveTo>
                  <a:lnTo>
                    <a:pt x="457200" y="0"/>
                  </a:lnTo>
                  <a:lnTo>
                    <a:pt x="457200" y="457200"/>
                  </a:lnTo>
                  <a:lnTo>
                    <a:pt x="0" y="4572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4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190" name="AutoShape 146"/>
          <p:cNvSpPr/>
          <p:nvPr/>
        </p:nvSpPr>
        <p:spPr>
          <a:xfrm>
            <a:off x="5101920" y="7113240"/>
            <a:ext cx="657720" cy="14400"/>
          </a:xfrm>
          <a:prstGeom prst="line">
            <a:avLst/>
          </a:prstGeom>
          <a:ln cap="rnd" w="9525">
            <a:solidFill>
              <a:srgbClr val="ed7d31"/>
            </a:solidFill>
            <a:round/>
            <a:tailEnd len="med" type="triangle" w="lg"/>
          </a:ln>
        </p:spPr>
        <p:style>
          <a:lnRef idx="0"/>
          <a:fillRef idx="0"/>
          <a:effectRef idx="0"/>
          <a:fontRef idx="minor"/>
        </p:style>
      </p:sp>
    </p:spTree>
  </p:cSld>
  <p:transition>
    <p:wipe dir="l"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191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192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3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194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195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1196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197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198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199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0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Trợ lý AI (Gemini)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201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202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3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204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205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06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14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207" name="Group 18"/>
          <p:cNvGrpSpPr/>
          <p:nvPr/>
        </p:nvGrpSpPr>
        <p:grpSpPr>
          <a:xfrm>
            <a:off x="744840" y="2116440"/>
            <a:ext cx="2967480" cy="6401520"/>
            <a:chOff x="744840" y="2116440"/>
            <a:chExt cx="2967480" cy="6401520"/>
          </a:xfrm>
        </p:grpSpPr>
        <p:sp>
          <p:nvSpPr>
            <p:cNvPr id="1208" name="Freeform 19"/>
            <p:cNvSpPr/>
            <p:nvPr/>
          </p:nvSpPr>
          <p:spPr>
            <a:xfrm>
              <a:off x="744840" y="2116440"/>
              <a:ext cx="2967480" cy="6401520"/>
            </a:xfrm>
            <a:custGeom>
              <a:avLst/>
              <a:gdLst/>
              <a:ahLst/>
              <a:rect l="l" t="t" r="r" b="b"/>
              <a:pathLst>
                <a:path w="3957320" h="8535924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09" name="Group 20"/>
          <p:cNvGrpSpPr/>
          <p:nvPr/>
        </p:nvGrpSpPr>
        <p:grpSpPr>
          <a:xfrm>
            <a:off x="1904760" y="4792320"/>
            <a:ext cx="648000" cy="648000"/>
            <a:chOff x="1904760" y="4792320"/>
            <a:chExt cx="648000" cy="648000"/>
          </a:xfrm>
        </p:grpSpPr>
        <p:sp>
          <p:nvSpPr>
            <p:cNvPr id="1210" name="Freeform 21"/>
            <p:cNvSpPr/>
            <p:nvPr/>
          </p:nvSpPr>
          <p:spPr>
            <a:xfrm>
              <a:off x="1904760" y="4792320"/>
              <a:ext cx="648000" cy="648000"/>
            </a:xfrm>
            <a:custGeom>
              <a:avLst/>
              <a:gdLst/>
              <a:ahLst/>
              <a:rect l="l" t="t" r="r" b="b"/>
              <a:pathLst>
                <a:path w="864616" h="864616">
                  <a:moveTo>
                    <a:pt x="0" y="0"/>
                  </a:moveTo>
                  <a:lnTo>
                    <a:pt x="864616" y="0"/>
                  </a:lnTo>
                  <a:lnTo>
                    <a:pt x="864616" y="864616"/>
                  </a:lnTo>
                  <a:lnTo>
                    <a:pt x="0" y="8646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>
                <a:alphaModFix amt="4400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11" name="Group 22"/>
          <p:cNvGrpSpPr/>
          <p:nvPr/>
        </p:nvGrpSpPr>
        <p:grpSpPr>
          <a:xfrm>
            <a:off x="343080" y="8569800"/>
            <a:ext cx="3771720" cy="378000"/>
            <a:chOff x="343080" y="8569800"/>
            <a:chExt cx="3771720" cy="378000"/>
          </a:xfrm>
        </p:grpSpPr>
        <p:sp>
          <p:nvSpPr>
            <p:cNvPr id="1212" name="Freeform 23"/>
            <p:cNvSpPr/>
            <p:nvPr/>
          </p:nvSpPr>
          <p:spPr>
            <a:xfrm>
              <a:off x="343080" y="8591400"/>
              <a:ext cx="3771720" cy="356400"/>
            </a:xfrm>
            <a:custGeom>
              <a:avLst/>
              <a:gdLst/>
              <a:ahLst/>
              <a:rect l="l" t="t" r="r" b="b"/>
              <a:pathLst>
                <a:path w="5029200" h="475488">
                  <a:moveTo>
                    <a:pt x="0" y="0"/>
                  </a:moveTo>
                  <a:lnTo>
                    <a:pt x="5029200" y="0"/>
                  </a:lnTo>
                  <a:lnTo>
                    <a:pt x="5029200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3" name="TextBox 24"/>
            <p:cNvSpPr/>
            <p:nvPr/>
          </p:nvSpPr>
          <p:spPr>
            <a:xfrm>
              <a:off x="343080" y="8569800"/>
              <a:ext cx="3771720" cy="37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AIScreen.kt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214" name="Group 25"/>
          <p:cNvGrpSpPr/>
          <p:nvPr/>
        </p:nvGrpSpPr>
        <p:grpSpPr>
          <a:xfrm>
            <a:off x="343080" y="8898840"/>
            <a:ext cx="3771720" cy="322920"/>
            <a:chOff x="343080" y="8898840"/>
            <a:chExt cx="3771720" cy="322920"/>
          </a:xfrm>
        </p:grpSpPr>
        <p:sp>
          <p:nvSpPr>
            <p:cNvPr id="1215" name="Freeform 26"/>
            <p:cNvSpPr/>
            <p:nvPr/>
          </p:nvSpPr>
          <p:spPr>
            <a:xfrm>
              <a:off x="343080" y="8920440"/>
              <a:ext cx="3771720" cy="301320"/>
            </a:xfrm>
            <a:custGeom>
              <a:avLst/>
              <a:gdLst/>
              <a:ahLst/>
              <a:rect l="l" t="t" r="r" b="b"/>
              <a:pathLst>
                <a:path w="5029200" h="402336">
                  <a:moveTo>
                    <a:pt x="0" y="0"/>
                  </a:moveTo>
                  <a:lnTo>
                    <a:pt x="5029200" y="0"/>
                  </a:lnTo>
                  <a:lnTo>
                    <a:pt x="50292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6" name="TextBox 27"/>
            <p:cNvSpPr/>
            <p:nvPr/>
          </p:nvSpPr>
          <p:spPr>
            <a:xfrm>
              <a:off x="343080" y="8898840"/>
              <a:ext cx="37717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531"/>
                </a:lnSpc>
                <a:buNone/>
              </a:pPr>
              <a:r>
                <a:rPr b="0" lang="en-US" sz="128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Giao diện chat</a:t>
              </a:r>
              <a:endParaRPr b="0" lang="vi-VN" sz="1280" spc="-1" strike="noStrike">
                <a:latin typeface="Noto Sans CJK SC"/>
              </a:endParaRPr>
            </a:p>
          </p:txBody>
        </p:sp>
      </p:grpSp>
      <p:grpSp>
        <p:nvGrpSpPr>
          <p:cNvPr id="1217" name="Group 28"/>
          <p:cNvGrpSpPr/>
          <p:nvPr/>
        </p:nvGrpSpPr>
        <p:grpSpPr>
          <a:xfrm>
            <a:off x="4732200" y="1986120"/>
            <a:ext cx="12800880" cy="976320"/>
            <a:chOff x="4732200" y="1986120"/>
            <a:chExt cx="12800880" cy="976320"/>
          </a:xfrm>
        </p:grpSpPr>
        <p:sp>
          <p:nvSpPr>
            <p:cNvPr id="1218" name="Freeform 29"/>
            <p:cNvSpPr/>
            <p:nvPr/>
          </p:nvSpPr>
          <p:spPr>
            <a:xfrm>
              <a:off x="4732200" y="2057400"/>
              <a:ext cx="12800880" cy="905040"/>
            </a:xfrm>
            <a:custGeom>
              <a:avLst/>
              <a:gdLst/>
              <a:ahLst/>
              <a:rect l="l" t="t" r="r" b="b"/>
              <a:pathLst>
                <a:path w="17068191" h="1207008">
                  <a:moveTo>
                    <a:pt x="0" y="0"/>
                  </a:moveTo>
                  <a:lnTo>
                    <a:pt x="17068191" y="0"/>
                  </a:lnTo>
                  <a:lnTo>
                    <a:pt x="17068191" y="1207008"/>
                  </a:lnTo>
                  <a:lnTo>
                    <a:pt x="0" y="1207008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19" name="TextBox 30"/>
            <p:cNvSpPr/>
            <p:nvPr/>
          </p:nvSpPr>
          <p:spPr>
            <a:xfrm>
              <a:off x="4732200" y="1986120"/>
              <a:ext cx="12800880" cy="976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880"/>
                </a:lnSpc>
                <a:buNone/>
              </a:pPr>
              <a:r>
                <a:rPr b="0" lang="en-US" sz="187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Trò chuyện dạng chat, hiểu ngữ cảnh lịch trình hôm nay của người dùng để tìm sự kiện, đưa ra tư vấn phù hợp.</a:t>
              </a:r>
              <a:endParaRPr b="0" lang="vi-VN" sz="1870" spc="-1" strike="noStrike">
                <a:latin typeface="Noto Sans CJK SC"/>
              </a:endParaRPr>
            </a:p>
          </p:txBody>
        </p:sp>
      </p:grpSp>
      <p:grpSp>
        <p:nvGrpSpPr>
          <p:cNvPr id="1220" name="Group 31"/>
          <p:cNvGrpSpPr/>
          <p:nvPr/>
        </p:nvGrpSpPr>
        <p:grpSpPr>
          <a:xfrm>
            <a:off x="4732200" y="3098520"/>
            <a:ext cx="12800880" cy="439920"/>
            <a:chOff x="4732200" y="3098520"/>
            <a:chExt cx="12800880" cy="439920"/>
          </a:xfrm>
        </p:grpSpPr>
        <p:sp>
          <p:nvSpPr>
            <p:cNvPr id="1221" name="Freeform 32"/>
            <p:cNvSpPr/>
            <p:nvPr/>
          </p:nvSpPr>
          <p:spPr>
            <a:xfrm>
              <a:off x="4732200" y="3127320"/>
              <a:ext cx="12800880" cy="411120"/>
            </a:xfrm>
            <a:custGeom>
              <a:avLst/>
              <a:gdLst/>
              <a:ahLst/>
              <a:rect l="l" t="t" r="r" b="b"/>
              <a:pathLst>
                <a:path w="17068191" h="548640">
                  <a:moveTo>
                    <a:pt x="0" y="0"/>
                  </a:moveTo>
                  <a:lnTo>
                    <a:pt x="17068191" y="0"/>
                  </a:lnTo>
                  <a:lnTo>
                    <a:pt x="17068191" y="548640"/>
                  </a:lnTo>
                  <a:lnTo>
                    <a:pt x="0" y="54864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2" name="TextBox 33"/>
            <p:cNvSpPr/>
            <p:nvPr/>
          </p:nvSpPr>
          <p:spPr>
            <a:xfrm>
              <a:off x="4732200" y="3098520"/>
              <a:ext cx="12800880" cy="4395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251"/>
                </a:lnSpc>
                <a:buNone/>
              </a:pPr>
              <a:r>
                <a:rPr b="1" lang="en-US" sz="187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5 gợi ý nhanh (quick prompts)</a:t>
              </a:r>
              <a:endParaRPr b="0" lang="vi-VN" sz="1870" spc="-1" strike="noStrike">
                <a:latin typeface="Noto Sans CJK SC"/>
              </a:endParaRPr>
            </a:p>
          </p:txBody>
        </p:sp>
      </p:grpSp>
      <p:grpSp>
        <p:nvGrpSpPr>
          <p:cNvPr id="1223" name="Group 34"/>
          <p:cNvGrpSpPr/>
          <p:nvPr/>
        </p:nvGrpSpPr>
        <p:grpSpPr>
          <a:xfrm>
            <a:off x="4722480" y="3638880"/>
            <a:ext cx="12819960" cy="512640"/>
            <a:chOff x="4722480" y="3638880"/>
            <a:chExt cx="12819960" cy="512640"/>
          </a:xfrm>
        </p:grpSpPr>
        <p:sp>
          <p:nvSpPr>
            <p:cNvPr id="1224" name="Freeform 35"/>
            <p:cNvSpPr/>
            <p:nvPr/>
          </p:nvSpPr>
          <p:spPr>
            <a:xfrm>
              <a:off x="4722480" y="3638880"/>
              <a:ext cx="12819960" cy="512640"/>
            </a:xfrm>
            <a:custGeom>
              <a:avLst/>
              <a:gdLst/>
              <a:ahLst/>
              <a:rect l="l" t="t" r="r" b="b"/>
              <a:pathLst>
                <a:path w="17093566" h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25" name="Group 36"/>
          <p:cNvGrpSpPr/>
          <p:nvPr/>
        </p:nvGrpSpPr>
        <p:grpSpPr>
          <a:xfrm>
            <a:off x="4937760" y="3619800"/>
            <a:ext cx="12389400" cy="522360"/>
            <a:chOff x="4937760" y="3619800"/>
            <a:chExt cx="12389400" cy="522360"/>
          </a:xfrm>
        </p:grpSpPr>
        <p:sp>
          <p:nvSpPr>
            <p:cNvPr id="1226" name="Freeform 37"/>
            <p:cNvSpPr/>
            <p:nvPr/>
          </p:nvSpPr>
          <p:spPr>
            <a:xfrm>
              <a:off x="4937760" y="3648600"/>
              <a:ext cx="12389400" cy="493560"/>
            </a:xfrm>
            <a:custGeom>
              <a:avLst/>
              <a:gdLst/>
              <a:ahLst/>
              <a:rect l="l" t="t" r="r" b="b"/>
              <a:pathLst>
                <a:path w="16519550" h="658368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27" name="TextBox 38"/>
            <p:cNvSpPr/>
            <p:nvPr/>
          </p:nvSpPr>
          <p:spPr>
            <a:xfrm>
              <a:off x="4937760" y="3619800"/>
              <a:ext cx="1238940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00"/>
                </a:lnSpc>
                <a:buNone/>
              </a:pP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🗓️ </a:t>
              </a: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Lập thời gian biểu hôm nay &amp; điền vào lịch</a:t>
              </a:r>
              <a:endParaRPr b="0" lang="vi-VN" sz="1500" spc="-1" strike="noStrike">
                <a:latin typeface="Noto Sans CJK SC"/>
              </a:endParaRPr>
            </a:p>
          </p:txBody>
        </p:sp>
      </p:grpSp>
      <p:grpSp>
        <p:nvGrpSpPr>
          <p:cNvPr id="1228" name="Group 39"/>
          <p:cNvGrpSpPr/>
          <p:nvPr/>
        </p:nvGrpSpPr>
        <p:grpSpPr>
          <a:xfrm>
            <a:off x="4722480" y="4242600"/>
            <a:ext cx="12819960" cy="512640"/>
            <a:chOff x="4722480" y="4242600"/>
            <a:chExt cx="12819960" cy="512640"/>
          </a:xfrm>
        </p:grpSpPr>
        <p:sp>
          <p:nvSpPr>
            <p:cNvPr id="1229" name="Freeform 40"/>
            <p:cNvSpPr/>
            <p:nvPr/>
          </p:nvSpPr>
          <p:spPr>
            <a:xfrm>
              <a:off x="4722480" y="4242600"/>
              <a:ext cx="12819960" cy="512640"/>
            </a:xfrm>
            <a:custGeom>
              <a:avLst/>
              <a:gdLst/>
              <a:ahLst/>
              <a:rect l="l" t="t" r="r" b="b"/>
              <a:pathLst>
                <a:path w="17093566" h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0" name="Group 41"/>
          <p:cNvGrpSpPr/>
          <p:nvPr/>
        </p:nvGrpSpPr>
        <p:grpSpPr>
          <a:xfrm>
            <a:off x="4937760" y="4223520"/>
            <a:ext cx="12389400" cy="522000"/>
            <a:chOff x="4937760" y="4223520"/>
            <a:chExt cx="12389400" cy="522000"/>
          </a:xfrm>
        </p:grpSpPr>
        <p:sp>
          <p:nvSpPr>
            <p:cNvPr id="1231" name="Freeform 42"/>
            <p:cNvSpPr/>
            <p:nvPr/>
          </p:nvSpPr>
          <p:spPr>
            <a:xfrm>
              <a:off x="4937760" y="4251960"/>
              <a:ext cx="12389400" cy="493560"/>
            </a:xfrm>
            <a:custGeom>
              <a:avLst/>
              <a:gdLst/>
              <a:ahLst/>
              <a:rect l="l" t="t" r="r" b="b"/>
              <a:pathLst>
                <a:path w="16519550" h="658368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2" name="TextBox 43"/>
            <p:cNvSpPr/>
            <p:nvPr/>
          </p:nvSpPr>
          <p:spPr>
            <a:xfrm>
              <a:off x="4937760" y="4223520"/>
              <a:ext cx="1238940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00"/>
                </a:lnSpc>
                <a:buNone/>
              </a:pP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⏱️ </a:t>
              </a: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Gợi ý phân bổ thời gian học tập &amp; làm việc</a:t>
              </a:r>
              <a:endParaRPr b="0" lang="vi-VN" sz="1500" spc="-1" strike="noStrike">
                <a:latin typeface="Noto Sans CJK SC"/>
              </a:endParaRPr>
            </a:p>
          </p:txBody>
        </p:sp>
      </p:grpSp>
      <p:grpSp>
        <p:nvGrpSpPr>
          <p:cNvPr id="1233" name="Group 44"/>
          <p:cNvGrpSpPr/>
          <p:nvPr/>
        </p:nvGrpSpPr>
        <p:grpSpPr>
          <a:xfrm>
            <a:off x="4722480" y="4845960"/>
            <a:ext cx="12819960" cy="512640"/>
            <a:chOff x="4722480" y="4845960"/>
            <a:chExt cx="12819960" cy="512640"/>
          </a:xfrm>
        </p:grpSpPr>
        <p:sp>
          <p:nvSpPr>
            <p:cNvPr id="1234" name="Freeform 45"/>
            <p:cNvSpPr/>
            <p:nvPr/>
          </p:nvSpPr>
          <p:spPr>
            <a:xfrm>
              <a:off x="4722480" y="4845960"/>
              <a:ext cx="12819960" cy="512640"/>
            </a:xfrm>
            <a:custGeom>
              <a:avLst/>
              <a:gdLst/>
              <a:ahLst/>
              <a:rect l="l" t="t" r="r" b="b"/>
              <a:pathLst>
                <a:path w="17093566" h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35" name="Group 46"/>
          <p:cNvGrpSpPr/>
          <p:nvPr/>
        </p:nvGrpSpPr>
        <p:grpSpPr>
          <a:xfrm>
            <a:off x="4937760" y="4826880"/>
            <a:ext cx="12389400" cy="522000"/>
            <a:chOff x="4937760" y="4826880"/>
            <a:chExt cx="12389400" cy="522000"/>
          </a:xfrm>
        </p:grpSpPr>
        <p:sp>
          <p:nvSpPr>
            <p:cNvPr id="1236" name="Freeform 47"/>
            <p:cNvSpPr/>
            <p:nvPr/>
          </p:nvSpPr>
          <p:spPr>
            <a:xfrm>
              <a:off x="4937760" y="4855320"/>
              <a:ext cx="12389400" cy="493560"/>
            </a:xfrm>
            <a:custGeom>
              <a:avLst/>
              <a:gdLst/>
              <a:ahLst/>
              <a:rect l="l" t="t" r="r" b="b"/>
              <a:pathLst>
                <a:path w="16519550" h="658368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37" name="TextBox 48"/>
            <p:cNvSpPr/>
            <p:nvPr/>
          </p:nvSpPr>
          <p:spPr>
            <a:xfrm>
              <a:off x="4937760" y="4826880"/>
              <a:ext cx="1238940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00"/>
                </a:lnSpc>
                <a:buNone/>
              </a:pP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🎯 </a:t>
              </a: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Mẹo sắp xếp thứ tự ưu tiên công việc</a:t>
              </a:r>
              <a:endParaRPr b="0" lang="vi-VN" sz="1500" spc="-1" strike="noStrike">
                <a:latin typeface="Noto Sans CJK SC"/>
              </a:endParaRPr>
            </a:p>
          </p:txBody>
        </p:sp>
      </p:grpSp>
      <p:grpSp>
        <p:nvGrpSpPr>
          <p:cNvPr id="1238" name="Group 49"/>
          <p:cNvGrpSpPr/>
          <p:nvPr/>
        </p:nvGrpSpPr>
        <p:grpSpPr>
          <a:xfrm>
            <a:off x="4722480" y="5449320"/>
            <a:ext cx="12819960" cy="512640"/>
            <a:chOff x="4722480" y="5449320"/>
            <a:chExt cx="12819960" cy="512640"/>
          </a:xfrm>
        </p:grpSpPr>
        <p:sp>
          <p:nvSpPr>
            <p:cNvPr id="1239" name="Freeform 50"/>
            <p:cNvSpPr/>
            <p:nvPr/>
          </p:nvSpPr>
          <p:spPr>
            <a:xfrm>
              <a:off x="4722480" y="5449320"/>
              <a:ext cx="12819960" cy="512640"/>
            </a:xfrm>
            <a:custGeom>
              <a:avLst/>
              <a:gdLst/>
              <a:ahLst/>
              <a:rect l="l" t="t" r="r" b="b"/>
              <a:pathLst>
                <a:path w="17093566" h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40" name="Group 51"/>
          <p:cNvGrpSpPr/>
          <p:nvPr/>
        </p:nvGrpSpPr>
        <p:grpSpPr>
          <a:xfrm>
            <a:off x="4937760" y="5430240"/>
            <a:ext cx="12389400" cy="522360"/>
            <a:chOff x="4937760" y="5430240"/>
            <a:chExt cx="12389400" cy="522360"/>
          </a:xfrm>
        </p:grpSpPr>
        <p:sp>
          <p:nvSpPr>
            <p:cNvPr id="1241" name="Freeform 52"/>
            <p:cNvSpPr/>
            <p:nvPr/>
          </p:nvSpPr>
          <p:spPr>
            <a:xfrm>
              <a:off x="4937760" y="5459040"/>
              <a:ext cx="12389400" cy="493560"/>
            </a:xfrm>
            <a:custGeom>
              <a:avLst/>
              <a:gdLst/>
              <a:ahLst/>
              <a:rect l="l" t="t" r="r" b="b"/>
              <a:pathLst>
                <a:path w="16519550" h="658368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2" name="TextBox 53"/>
            <p:cNvSpPr/>
            <p:nvPr/>
          </p:nvSpPr>
          <p:spPr>
            <a:xfrm>
              <a:off x="4937760" y="5430240"/>
              <a:ext cx="1238940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00"/>
                </a:lnSpc>
                <a:buNone/>
              </a:pP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💡 </a:t>
              </a: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Lập kế hoạch ngày mới hiệu quả</a:t>
              </a:r>
              <a:endParaRPr b="0" lang="vi-VN" sz="1500" spc="-1" strike="noStrike">
                <a:latin typeface="Noto Sans CJK SC"/>
              </a:endParaRPr>
            </a:p>
          </p:txBody>
        </p:sp>
      </p:grpSp>
      <p:grpSp>
        <p:nvGrpSpPr>
          <p:cNvPr id="1243" name="Group 54"/>
          <p:cNvGrpSpPr/>
          <p:nvPr/>
        </p:nvGrpSpPr>
        <p:grpSpPr>
          <a:xfrm>
            <a:off x="4722480" y="6053040"/>
            <a:ext cx="12819960" cy="512640"/>
            <a:chOff x="4722480" y="6053040"/>
            <a:chExt cx="12819960" cy="512640"/>
          </a:xfrm>
        </p:grpSpPr>
        <p:sp>
          <p:nvSpPr>
            <p:cNvPr id="1244" name="Freeform 55"/>
            <p:cNvSpPr/>
            <p:nvPr/>
          </p:nvSpPr>
          <p:spPr>
            <a:xfrm>
              <a:off x="4722480" y="6053040"/>
              <a:ext cx="12819960" cy="512640"/>
            </a:xfrm>
            <a:custGeom>
              <a:avLst/>
              <a:gdLst/>
              <a:ahLst/>
              <a:rect l="l" t="t" r="r" b="b"/>
              <a:pathLst>
                <a:path w="17093566" h="683768">
                  <a:moveTo>
                    <a:pt x="0" y="341884"/>
                  </a:moveTo>
                  <a:cubicBezTo>
                    <a:pt x="0" y="153035"/>
                    <a:pt x="153035" y="0"/>
                    <a:pt x="341884" y="0"/>
                  </a:cubicBezTo>
                  <a:lnTo>
                    <a:pt x="16751681" y="0"/>
                  </a:lnTo>
                  <a:cubicBezTo>
                    <a:pt x="16940530" y="0"/>
                    <a:pt x="17093566" y="153035"/>
                    <a:pt x="17093566" y="341884"/>
                  </a:cubicBezTo>
                  <a:cubicBezTo>
                    <a:pt x="17093566" y="530733"/>
                    <a:pt x="16940530" y="683768"/>
                    <a:pt x="16751681" y="683768"/>
                  </a:cubicBezTo>
                  <a:lnTo>
                    <a:pt x="341884" y="683768"/>
                  </a:lnTo>
                  <a:cubicBezTo>
                    <a:pt x="153035" y="683768"/>
                    <a:pt x="0" y="530733"/>
                    <a:pt x="0" y="341884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45" name="Group 56"/>
          <p:cNvGrpSpPr/>
          <p:nvPr/>
        </p:nvGrpSpPr>
        <p:grpSpPr>
          <a:xfrm>
            <a:off x="4937760" y="6033960"/>
            <a:ext cx="12389400" cy="522000"/>
            <a:chOff x="4937760" y="6033960"/>
            <a:chExt cx="12389400" cy="522000"/>
          </a:xfrm>
        </p:grpSpPr>
        <p:sp>
          <p:nvSpPr>
            <p:cNvPr id="1246" name="Freeform 57"/>
            <p:cNvSpPr/>
            <p:nvPr/>
          </p:nvSpPr>
          <p:spPr>
            <a:xfrm>
              <a:off x="4937760" y="6062400"/>
              <a:ext cx="12389400" cy="493560"/>
            </a:xfrm>
            <a:custGeom>
              <a:avLst/>
              <a:gdLst/>
              <a:ahLst/>
              <a:rect l="l" t="t" r="r" b="b"/>
              <a:pathLst>
                <a:path w="16519550" h="658368">
                  <a:moveTo>
                    <a:pt x="0" y="0"/>
                  </a:moveTo>
                  <a:lnTo>
                    <a:pt x="16519550" y="0"/>
                  </a:lnTo>
                  <a:lnTo>
                    <a:pt x="16519550" y="658368"/>
                  </a:lnTo>
                  <a:lnTo>
                    <a:pt x="0" y="658368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47" name="TextBox 58"/>
            <p:cNvSpPr/>
            <p:nvPr/>
          </p:nvSpPr>
          <p:spPr>
            <a:xfrm>
              <a:off x="4937760" y="6033960"/>
              <a:ext cx="12389400" cy="522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800"/>
                </a:lnSpc>
                <a:buNone/>
              </a:pP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🏃 </a:t>
              </a:r>
              <a:r>
                <a:rPr b="0" lang="en-US" sz="150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Đề xuất thời gian tập thể dục mỗi ngày</a:t>
              </a:r>
              <a:endParaRPr b="0" lang="vi-VN" sz="1500" spc="-1" strike="noStrike">
                <a:latin typeface="Noto Sans CJK SC"/>
              </a:endParaRPr>
            </a:p>
          </p:txBody>
        </p:sp>
      </p:grpSp>
      <p:sp>
        <p:nvSpPr>
          <p:cNvPr id="1248" name="TextBox 59"/>
          <p:cNvSpPr/>
          <p:nvPr/>
        </p:nvSpPr>
        <p:spPr>
          <a:xfrm>
            <a:off x="4823280" y="6790680"/>
            <a:ext cx="12618000" cy="960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298440" indent="-149400">
              <a:lnSpc>
                <a:spcPts val="2520"/>
              </a:lnSpc>
              <a:buFont typeface="Arial"/>
              <a:buChar char="•"/>
            </a:pPr>
            <a:r>
              <a:rPr b="0" lang="en-US" sz="1650" spc="-1" strike="noStrike">
                <a:solidFill>
                  <a:srgbClr val="3f3d56"/>
                </a:solidFill>
                <a:latin typeface="Calibri (MS)"/>
                <a:ea typeface="Calibri (MS)"/>
              </a:rPr>
              <a:t>Hỗ trợ nhập API Key Gemini riêng của người dùng</a:t>
            </a:r>
            <a:endParaRPr b="0" lang="vi-VN" sz="1650" spc="-1" strike="noStrike">
              <a:latin typeface="Noto Sans CJK SC"/>
            </a:endParaRPr>
          </a:p>
          <a:p>
            <a:pPr lvl="1" marL="298440" indent="-149400">
              <a:lnSpc>
                <a:spcPts val="2520"/>
              </a:lnSpc>
              <a:buFont typeface="Arial"/>
              <a:buChar char="•"/>
            </a:pPr>
            <a:r>
              <a:rPr b="0" lang="en-US" sz="1650" spc="-1" strike="noStrike">
                <a:solidFill>
                  <a:srgbClr val="3f3d56"/>
                </a:solidFill>
                <a:latin typeface="Calibri (MS)"/>
                <a:ea typeface="Calibri (MS)"/>
              </a:rPr>
              <a:t>Hỗ trợ Prompt tự động hóa (AI Study Planner): Hệ thống tự động tổng hợp mục tiêu, deadline và thời gian rảnh của người dùng thành Prompt tối ưu để gửi cho AI.</a:t>
            </a:r>
            <a:endParaRPr b="0" lang="vi-VN" sz="1650" spc="-1" strike="noStrike">
              <a:latin typeface="Noto Sans CJK SC"/>
            </a:endParaRPr>
          </a:p>
        </p:txBody>
      </p:sp>
      <p:grpSp>
        <p:nvGrpSpPr>
          <p:cNvPr id="1249" name="Group 60"/>
          <p:cNvGrpSpPr/>
          <p:nvPr/>
        </p:nvGrpSpPr>
        <p:grpSpPr>
          <a:xfrm>
            <a:off x="877680" y="2337120"/>
            <a:ext cx="2712960" cy="6001560"/>
            <a:chOff x="877680" y="2337120"/>
            <a:chExt cx="2712960" cy="6001560"/>
          </a:xfrm>
        </p:grpSpPr>
        <p:sp>
          <p:nvSpPr>
            <p:cNvPr id="1250" name="Freeform 61"/>
            <p:cNvSpPr/>
            <p:nvPr/>
          </p:nvSpPr>
          <p:spPr>
            <a:xfrm>
              <a:off x="877680" y="2337120"/>
              <a:ext cx="2712960" cy="6001560"/>
            </a:xfrm>
            <a:custGeom>
              <a:avLst/>
              <a:gdLst/>
              <a:ahLst/>
              <a:rect l="l" t="t" r="r" b="b"/>
              <a:pathLst>
                <a:path w="3617849" h="8002524">
                  <a:moveTo>
                    <a:pt x="0" y="0"/>
                  </a:moveTo>
                  <a:lnTo>
                    <a:pt x="3617849" y="0"/>
                  </a:lnTo>
                  <a:lnTo>
                    <a:pt x="3617849" y="8002524"/>
                  </a:lnTo>
                  <a:lnTo>
                    <a:pt x="0" y="800252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51" name="Group 62"/>
          <p:cNvGrpSpPr/>
          <p:nvPr/>
        </p:nvGrpSpPr>
        <p:grpSpPr>
          <a:xfrm>
            <a:off x="1844640" y="2193840"/>
            <a:ext cx="767880" cy="248040"/>
            <a:chOff x="1844640" y="2193840"/>
            <a:chExt cx="767880" cy="248040"/>
          </a:xfrm>
        </p:grpSpPr>
        <p:sp>
          <p:nvSpPr>
            <p:cNvPr id="1252" name="Freeform 63"/>
            <p:cNvSpPr/>
            <p:nvPr/>
          </p:nvSpPr>
          <p:spPr>
            <a:xfrm>
              <a:off x="1844640" y="2193840"/>
              <a:ext cx="767880" cy="248040"/>
            </a:xfrm>
            <a:custGeom>
              <a:avLst/>
              <a:gdLst/>
              <a:ahLst/>
              <a:rect l="l" t="t" r="r" b="b"/>
              <a:pathLst>
                <a:path w="1024255" h="33121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858647" y="0"/>
                  </a:lnTo>
                  <a:cubicBezTo>
                    <a:pt x="950087" y="0"/>
                    <a:pt x="1024255" y="74168"/>
                    <a:pt x="1024255" y="165608"/>
                  </a:cubicBezTo>
                  <a:cubicBezTo>
                    <a:pt x="1024255" y="257048"/>
                    <a:pt x="950087" y="331216"/>
                    <a:pt x="858647" y="331216"/>
                  </a:cubicBezTo>
                  <a:lnTo>
                    <a:pt x="165608" y="331216"/>
                  </a:lnTo>
                  <a:cubicBezTo>
                    <a:pt x="74168" y="331216"/>
                    <a:pt x="0" y="257048"/>
                    <a:pt x="0" y="16560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wipe dir="l"/>
  </p:transition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3" name="Group 2"/>
          <p:cNvGrpSpPr/>
          <p:nvPr/>
        </p:nvGrpSpPr>
        <p:grpSpPr>
          <a:xfrm>
            <a:off x="4107240" y="5487480"/>
            <a:ext cx="2321640" cy="3306960"/>
            <a:chOff x="4107240" y="5487480"/>
            <a:chExt cx="2321640" cy="3306960"/>
          </a:xfrm>
        </p:grpSpPr>
        <p:sp>
          <p:nvSpPr>
            <p:cNvPr id="1254" name="Freeform 3"/>
            <p:cNvSpPr/>
            <p:nvPr/>
          </p:nvSpPr>
          <p:spPr>
            <a:xfrm>
              <a:off x="4107240" y="5487480"/>
              <a:ext cx="2321640" cy="3306960"/>
            </a:xfrm>
            <a:custGeom>
              <a:avLst/>
              <a:gdLst/>
              <a:ahLst/>
              <a:rect l="l" t="t" r="r" b="b"/>
              <a:pathLst>
                <a:path w="3096133" h="4409567">
                  <a:moveTo>
                    <a:pt x="0" y="316865"/>
                  </a:moveTo>
                  <a:cubicBezTo>
                    <a:pt x="0" y="141859"/>
                    <a:pt x="141859" y="0"/>
                    <a:pt x="316865" y="0"/>
                  </a:cubicBezTo>
                  <a:lnTo>
                    <a:pt x="2779268" y="0"/>
                  </a:lnTo>
                  <a:cubicBezTo>
                    <a:pt x="2954274" y="0"/>
                    <a:pt x="3096133" y="141859"/>
                    <a:pt x="3096133" y="316865"/>
                  </a:cubicBezTo>
                  <a:lnTo>
                    <a:pt x="3096133" y="4092702"/>
                  </a:lnTo>
                  <a:cubicBezTo>
                    <a:pt x="3096133" y="4267708"/>
                    <a:pt x="2954274" y="4409567"/>
                    <a:pt x="2779268" y="4409567"/>
                  </a:cubicBezTo>
                  <a:lnTo>
                    <a:pt x="316865" y="4409567"/>
                  </a:lnTo>
                  <a:cubicBezTo>
                    <a:pt x="141859" y="4409440"/>
                    <a:pt x="0" y="4267708"/>
                    <a:pt x="0" y="4092702"/>
                  </a:cubicBezTo>
                  <a:close/>
                </a:path>
              </a:pathLst>
            </a:custGeom>
            <a:solidFill>
              <a:srgbClr val="17142e"/>
            </a:solidFill>
            <a:ln cap="sq" w="14925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55" name="Group 4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256" name="Freeform 5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57" name="Group 6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258" name="Freeform 7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59" name="Group 8"/>
          <p:cNvGrpSpPr/>
          <p:nvPr/>
        </p:nvGrpSpPr>
        <p:grpSpPr>
          <a:xfrm>
            <a:off x="1879200" y="602280"/>
            <a:ext cx="10972440" cy="412200"/>
            <a:chOff x="1879200" y="602280"/>
            <a:chExt cx="10972440" cy="412200"/>
          </a:xfrm>
        </p:grpSpPr>
        <p:sp>
          <p:nvSpPr>
            <p:cNvPr id="1260" name="Freeform 9"/>
            <p:cNvSpPr/>
            <p:nvPr/>
          </p:nvSpPr>
          <p:spPr>
            <a:xfrm>
              <a:off x="1879200" y="631080"/>
              <a:ext cx="10972440" cy="383400"/>
            </a:xfrm>
            <a:custGeom>
              <a:avLst/>
              <a:gdLst/>
              <a:ahLst/>
              <a:rect l="l" t="t" r="r" b="b"/>
              <a:pathLst>
                <a:path w="14630400" h="5118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1" name="TextBox 10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262" name="Group 11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263" name="Freeform 12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2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4" name="TextBox 13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Trợ lý AI (Gemini)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265" name="Group 14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266" name="Freeform 15"/>
            <p:cNvSpPr/>
            <p:nvPr/>
          </p:nvSpPr>
          <p:spPr>
            <a:xfrm>
              <a:off x="754560" y="9765720"/>
              <a:ext cx="9600840" cy="383400"/>
            </a:xfrm>
            <a:custGeom>
              <a:avLst/>
              <a:gdLst/>
              <a:ahLst/>
              <a:rect l="l" t="t" r="r" b="b"/>
              <a:pathLst>
                <a:path w="12801600" h="5118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67" name="TextBox 16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268" name="Group 17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269" name="Freeform 18"/>
            <p:cNvSpPr/>
            <p:nvPr/>
          </p:nvSpPr>
          <p:spPr>
            <a:xfrm>
              <a:off x="16710120" y="9765720"/>
              <a:ext cx="822600" cy="383400"/>
            </a:xfrm>
            <a:custGeom>
              <a:avLst/>
              <a:gdLst/>
              <a:ahLst/>
              <a:rect l="l" t="t" r="r" b="b"/>
              <a:pathLst>
                <a:path w="1097400" h="5118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0" name="TextBox 19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15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271" name="Group 20"/>
          <p:cNvGrpSpPr/>
          <p:nvPr/>
        </p:nvGrpSpPr>
        <p:grpSpPr>
          <a:xfrm>
            <a:off x="744840" y="2116440"/>
            <a:ext cx="2967480" cy="6699600"/>
            <a:chOff x="744840" y="2116440"/>
            <a:chExt cx="2967480" cy="6699600"/>
          </a:xfrm>
        </p:grpSpPr>
        <p:sp>
          <p:nvSpPr>
            <p:cNvPr id="1272" name="Freeform 21"/>
            <p:cNvSpPr/>
            <p:nvPr/>
          </p:nvSpPr>
          <p:spPr>
            <a:xfrm>
              <a:off x="744840" y="2116440"/>
              <a:ext cx="2967480" cy="6699600"/>
            </a:xfrm>
            <a:custGeom>
              <a:avLst/>
              <a:gdLst/>
              <a:ahLst/>
              <a:rect l="l" t="t" r="r" b="b"/>
              <a:pathLst>
                <a:path w="3957320" h="8933053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528050"/>
                  </a:lnTo>
                  <a:cubicBezTo>
                    <a:pt x="3957320" y="8751697"/>
                    <a:pt x="3775964" y="8933053"/>
                    <a:pt x="3552317" y="8933053"/>
                  </a:cubicBezTo>
                  <a:lnTo>
                    <a:pt x="405003" y="8933053"/>
                  </a:lnTo>
                  <a:cubicBezTo>
                    <a:pt x="181356" y="8933053"/>
                    <a:pt x="0" y="8751697"/>
                    <a:pt x="0" y="8528050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73" name="Group 22"/>
          <p:cNvGrpSpPr/>
          <p:nvPr/>
        </p:nvGrpSpPr>
        <p:grpSpPr>
          <a:xfrm>
            <a:off x="1758600" y="9009360"/>
            <a:ext cx="3771720" cy="377640"/>
            <a:chOff x="1758600" y="9009360"/>
            <a:chExt cx="3771720" cy="377640"/>
          </a:xfrm>
        </p:grpSpPr>
        <p:sp>
          <p:nvSpPr>
            <p:cNvPr id="1274" name="Freeform 23"/>
            <p:cNvSpPr/>
            <p:nvPr/>
          </p:nvSpPr>
          <p:spPr>
            <a:xfrm>
              <a:off x="1758600" y="9030600"/>
              <a:ext cx="3771720" cy="356040"/>
            </a:xfrm>
            <a:custGeom>
              <a:avLst/>
              <a:gdLst/>
              <a:ahLst/>
              <a:rect l="l" t="t" r="r" b="b"/>
              <a:pathLst>
                <a:path w="5029200" h="475200">
                  <a:moveTo>
                    <a:pt x="0" y="0"/>
                  </a:moveTo>
                  <a:lnTo>
                    <a:pt x="5029200" y="0"/>
                  </a:lnTo>
                  <a:lnTo>
                    <a:pt x="5029200" y="475200"/>
                  </a:lnTo>
                  <a:lnTo>
                    <a:pt x="0" y="47520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5" name="TextBox 24"/>
            <p:cNvSpPr/>
            <p:nvPr/>
          </p:nvSpPr>
          <p:spPr>
            <a:xfrm>
              <a:off x="1758600" y="9009360"/>
              <a:ext cx="3771720" cy="37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AIStudyPlannerScreen.kt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276" name="Group 25"/>
          <p:cNvGrpSpPr/>
          <p:nvPr/>
        </p:nvGrpSpPr>
        <p:grpSpPr>
          <a:xfrm>
            <a:off x="1758600" y="9338400"/>
            <a:ext cx="3771720" cy="323280"/>
            <a:chOff x="1758600" y="9338400"/>
            <a:chExt cx="3771720" cy="323280"/>
          </a:xfrm>
        </p:grpSpPr>
        <p:sp>
          <p:nvSpPr>
            <p:cNvPr id="1277" name="Freeform 26"/>
            <p:cNvSpPr/>
            <p:nvPr/>
          </p:nvSpPr>
          <p:spPr>
            <a:xfrm>
              <a:off x="1758600" y="9360000"/>
              <a:ext cx="3771720" cy="301680"/>
            </a:xfrm>
            <a:custGeom>
              <a:avLst/>
              <a:gdLst/>
              <a:ahLst/>
              <a:rect l="l" t="t" r="r" b="b"/>
              <a:pathLst>
                <a:path w="5029200" h="402600">
                  <a:moveTo>
                    <a:pt x="0" y="0"/>
                  </a:moveTo>
                  <a:lnTo>
                    <a:pt x="5029200" y="0"/>
                  </a:lnTo>
                  <a:lnTo>
                    <a:pt x="5029200" y="402600"/>
                  </a:lnTo>
                  <a:lnTo>
                    <a:pt x="0" y="4026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78" name="TextBox 27"/>
            <p:cNvSpPr/>
            <p:nvPr/>
          </p:nvSpPr>
          <p:spPr>
            <a:xfrm>
              <a:off x="1758600" y="9338400"/>
              <a:ext cx="37717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531"/>
                </a:lnSpc>
                <a:buNone/>
              </a:pPr>
              <a:r>
                <a:rPr b="0" lang="en-US" sz="128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Giao diện tuỳ chỉnh mục tiêu</a:t>
              </a:r>
              <a:endParaRPr b="0" lang="vi-VN" sz="1280" spc="-1" strike="noStrike">
                <a:latin typeface="Noto Sans CJK SC"/>
              </a:endParaRPr>
            </a:p>
          </p:txBody>
        </p:sp>
      </p:grpSp>
      <p:grpSp>
        <p:nvGrpSpPr>
          <p:cNvPr id="1279" name="Group 28"/>
          <p:cNvGrpSpPr/>
          <p:nvPr/>
        </p:nvGrpSpPr>
        <p:grpSpPr>
          <a:xfrm>
            <a:off x="8794080" y="2873880"/>
            <a:ext cx="8457120" cy="1193760"/>
            <a:chOff x="8794080" y="2873880"/>
            <a:chExt cx="8457120" cy="1193760"/>
          </a:xfrm>
        </p:grpSpPr>
        <p:sp>
          <p:nvSpPr>
            <p:cNvPr id="1280" name="Freeform 29"/>
            <p:cNvSpPr/>
            <p:nvPr/>
          </p:nvSpPr>
          <p:spPr>
            <a:xfrm>
              <a:off x="8794080" y="3009600"/>
              <a:ext cx="8457120" cy="1058040"/>
            </a:xfrm>
            <a:custGeom>
              <a:avLst/>
              <a:gdLst/>
              <a:ahLst/>
              <a:rect l="l" t="t" r="r" b="b"/>
              <a:pathLst>
                <a:path w="11276400" h="1411200">
                  <a:moveTo>
                    <a:pt x="0" y="0"/>
                  </a:moveTo>
                  <a:lnTo>
                    <a:pt x="11276400" y="0"/>
                  </a:lnTo>
                  <a:lnTo>
                    <a:pt x="11276400" y="1411200"/>
                  </a:lnTo>
                  <a:lnTo>
                    <a:pt x="0" y="141120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1" name="TextBox 30"/>
            <p:cNvSpPr/>
            <p:nvPr/>
          </p:nvSpPr>
          <p:spPr>
            <a:xfrm>
              <a:off x="8794080" y="2873880"/>
              <a:ext cx="8457120" cy="119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5253"/>
                </a:lnSpc>
                <a:buNone/>
              </a:pPr>
              <a:r>
                <a:rPr b="1" lang="en-US" sz="3420" spc="-1" strike="noStrike">
                  <a:solidFill>
                    <a:srgbClr val="3f3d56"/>
                  </a:solidFill>
                  <a:latin typeface="Calibri (MS) Bold"/>
                  <a:ea typeface="Calibri (MS) Bold"/>
                </a:rPr>
                <a:t>AI Planner </a:t>
              </a:r>
              <a:endParaRPr b="0" lang="vi-VN" sz="3420" spc="-1" strike="noStrike">
                <a:latin typeface="Noto Sans CJK SC"/>
              </a:endParaRPr>
            </a:p>
          </p:txBody>
        </p:sp>
      </p:grpSp>
      <p:grpSp>
        <p:nvGrpSpPr>
          <p:cNvPr id="1282" name="Group 31"/>
          <p:cNvGrpSpPr/>
          <p:nvPr/>
        </p:nvGrpSpPr>
        <p:grpSpPr>
          <a:xfrm>
            <a:off x="8780400" y="4586400"/>
            <a:ext cx="7526160" cy="744120"/>
            <a:chOff x="8780400" y="4586400"/>
            <a:chExt cx="7526160" cy="744120"/>
          </a:xfrm>
        </p:grpSpPr>
        <p:sp>
          <p:nvSpPr>
            <p:cNvPr id="1283" name="Freeform 32"/>
            <p:cNvSpPr/>
            <p:nvPr/>
          </p:nvSpPr>
          <p:spPr>
            <a:xfrm>
              <a:off x="8780400" y="4586400"/>
              <a:ext cx="7526160" cy="744120"/>
            </a:xfrm>
            <a:custGeom>
              <a:avLst/>
              <a:gdLst/>
              <a:ahLst/>
              <a:rect l="l" t="t" r="r" b="b"/>
              <a:pathLst>
                <a:path w="10035286" h="992632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cap="sq" w="27675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4" name="Group 33"/>
          <p:cNvGrpSpPr/>
          <p:nvPr/>
        </p:nvGrpSpPr>
        <p:grpSpPr>
          <a:xfrm>
            <a:off x="8914680" y="4564800"/>
            <a:ext cx="7257600" cy="752040"/>
            <a:chOff x="8914680" y="4564800"/>
            <a:chExt cx="7257600" cy="752040"/>
          </a:xfrm>
        </p:grpSpPr>
        <p:sp>
          <p:nvSpPr>
            <p:cNvPr id="1285" name="Freeform 34"/>
            <p:cNvSpPr/>
            <p:nvPr/>
          </p:nvSpPr>
          <p:spPr>
            <a:xfrm>
              <a:off x="8914680" y="4600440"/>
              <a:ext cx="7257600" cy="716400"/>
            </a:xfrm>
            <a:custGeom>
              <a:avLst/>
              <a:gdLst/>
              <a:ahLst/>
              <a:rect l="l" t="t" r="r" b="b"/>
              <a:pathLst>
                <a:path w="9677400" h="9558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86" name="TextBox 35"/>
            <p:cNvSpPr/>
            <p:nvPr/>
          </p:nvSpPr>
          <p:spPr>
            <a:xfrm>
              <a:off x="8914680" y="4564800"/>
              <a:ext cx="7257600" cy="7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6"/>
                </a:lnSpc>
                <a:buNone/>
              </a:pP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🎯 </a:t>
              </a: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Thiết lập mục tiêu tổng quan </a:t>
              </a:r>
              <a:endParaRPr b="0" lang="vi-VN" sz="2180" spc="-1" strike="noStrike">
                <a:latin typeface="Noto Sans CJK SC"/>
              </a:endParaRPr>
            </a:p>
          </p:txBody>
        </p:sp>
      </p:grpSp>
      <p:grpSp>
        <p:nvGrpSpPr>
          <p:cNvPr id="1287" name="Group 36"/>
          <p:cNvGrpSpPr/>
          <p:nvPr/>
        </p:nvGrpSpPr>
        <p:grpSpPr>
          <a:xfrm>
            <a:off x="8780400" y="5463360"/>
            <a:ext cx="7526160" cy="744120"/>
            <a:chOff x="8780400" y="5463360"/>
            <a:chExt cx="7526160" cy="744120"/>
          </a:xfrm>
        </p:grpSpPr>
        <p:sp>
          <p:nvSpPr>
            <p:cNvPr id="1288" name="Freeform 37"/>
            <p:cNvSpPr/>
            <p:nvPr/>
          </p:nvSpPr>
          <p:spPr>
            <a:xfrm>
              <a:off x="8780400" y="5463360"/>
              <a:ext cx="7526160" cy="744120"/>
            </a:xfrm>
            <a:custGeom>
              <a:avLst/>
              <a:gdLst/>
              <a:ahLst/>
              <a:rect l="l" t="t" r="r" b="b"/>
              <a:pathLst>
                <a:path w="10035286" h="992632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cap="sq" w="27675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89" name="Group 38"/>
          <p:cNvGrpSpPr/>
          <p:nvPr/>
        </p:nvGrpSpPr>
        <p:grpSpPr>
          <a:xfrm>
            <a:off x="8914680" y="5441400"/>
            <a:ext cx="7257600" cy="752040"/>
            <a:chOff x="8914680" y="5441400"/>
            <a:chExt cx="7257600" cy="752040"/>
          </a:xfrm>
        </p:grpSpPr>
        <p:sp>
          <p:nvSpPr>
            <p:cNvPr id="1290" name="Freeform 39"/>
            <p:cNvSpPr/>
            <p:nvPr/>
          </p:nvSpPr>
          <p:spPr>
            <a:xfrm>
              <a:off x="8914680" y="5477040"/>
              <a:ext cx="7257600" cy="716400"/>
            </a:xfrm>
            <a:custGeom>
              <a:avLst/>
              <a:gdLst/>
              <a:ahLst/>
              <a:rect l="l" t="t" r="r" b="b"/>
              <a:pathLst>
                <a:path w="9677400" h="9558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1" name="TextBox 40"/>
            <p:cNvSpPr/>
            <p:nvPr/>
          </p:nvSpPr>
          <p:spPr>
            <a:xfrm>
              <a:off x="8914680" y="5441400"/>
              <a:ext cx="7257600" cy="7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6"/>
                </a:lnSpc>
                <a:buNone/>
              </a:pP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📚 </a:t>
              </a: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Quản lý môn học &amp; Mức độ ưu tiên </a:t>
              </a:r>
              <a:endParaRPr b="0" lang="vi-VN" sz="2180" spc="-1" strike="noStrike">
                <a:latin typeface="Noto Sans CJK SC"/>
              </a:endParaRPr>
            </a:p>
          </p:txBody>
        </p:sp>
      </p:grpSp>
      <p:grpSp>
        <p:nvGrpSpPr>
          <p:cNvPr id="1292" name="Group 41"/>
          <p:cNvGrpSpPr/>
          <p:nvPr/>
        </p:nvGrpSpPr>
        <p:grpSpPr>
          <a:xfrm>
            <a:off x="8780400" y="6339960"/>
            <a:ext cx="7526160" cy="744120"/>
            <a:chOff x="8780400" y="6339960"/>
            <a:chExt cx="7526160" cy="744120"/>
          </a:xfrm>
        </p:grpSpPr>
        <p:sp>
          <p:nvSpPr>
            <p:cNvPr id="1293" name="Freeform 42"/>
            <p:cNvSpPr/>
            <p:nvPr/>
          </p:nvSpPr>
          <p:spPr>
            <a:xfrm>
              <a:off x="8780400" y="6339960"/>
              <a:ext cx="7526160" cy="744120"/>
            </a:xfrm>
            <a:custGeom>
              <a:avLst/>
              <a:gdLst/>
              <a:ahLst/>
              <a:rect l="l" t="t" r="r" b="b"/>
              <a:pathLst>
                <a:path w="10035286" h="992632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cap="sq" w="27675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94" name="Group 43"/>
          <p:cNvGrpSpPr/>
          <p:nvPr/>
        </p:nvGrpSpPr>
        <p:grpSpPr>
          <a:xfrm>
            <a:off x="8914680" y="6318000"/>
            <a:ext cx="7257600" cy="752040"/>
            <a:chOff x="8914680" y="6318000"/>
            <a:chExt cx="7257600" cy="752040"/>
          </a:xfrm>
        </p:grpSpPr>
        <p:sp>
          <p:nvSpPr>
            <p:cNvPr id="1295" name="Freeform 44"/>
            <p:cNvSpPr/>
            <p:nvPr/>
          </p:nvSpPr>
          <p:spPr>
            <a:xfrm>
              <a:off x="8914680" y="6353640"/>
              <a:ext cx="7257600" cy="716400"/>
            </a:xfrm>
            <a:custGeom>
              <a:avLst/>
              <a:gdLst/>
              <a:ahLst/>
              <a:rect l="l" t="t" r="r" b="b"/>
              <a:pathLst>
                <a:path w="9677400" h="9558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296" name="TextBox 45"/>
            <p:cNvSpPr/>
            <p:nvPr/>
          </p:nvSpPr>
          <p:spPr>
            <a:xfrm>
              <a:off x="8914680" y="6318000"/>
              <a:ext cx="7257600" cy="7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6"/>
                </a:lnSpc>
                <a:buNone/>
              </a:pP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⏰ </a:t>
              </a: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Tùy chỉnh khung thời gian rảnh </a:t>
              </a:r>
              <a:endParaRPr b="0" lang="vi-VN" sz="2180" spc="-1" strike="noStrike">
                <a:latin typeface="Noto Sans CJK SC"/>
              </a:endParaRPr>
            </a:p>
          </p:txBody>
        </p:sp>
      </p:grpSp>
      <p:grpSp>
        <p:nvGrpSpPr>
          <p:cNvPr id="1297" name="Group 46"/>
          <p:cNvGrpSpPr/>
          <p:nvPr/>
        </p:nvGrpSpPr>
        <p:grpSpPr>
          <a:xfrm>
            <a:off x="8780400" y="7216560"/>
            <a:ext cx="7526160" cy="744120"/>
            <a:chOff x="8780400" y="7216560"/>
            <a:chExt cx="7526160" cy="744120"/>
          </a:xfrm>
        </p:grpSpPr>
        <p:sp>
          <p:nvSpPr>
            <p:cNvPr id="1298" name="Freeform 47"/>
            <p:cNvSpPr/>
            <p:nvPr/>
          </p:nvSpPr>
          <p:spPr>
            <a:xfrm>
              <a:off x="8780400" y="7216560"/>
              <a:ext cx="7526160" cy="744120"/>
            </a:xfrm>
            <a:custGeom>
              <a:avLst/>
              <a:gdLst/>
              <a:ahLst/>
              <a:rect l="l" t="t" r="r" b="b"/>
              <a:pathLst>
                <a:path w="10035286" h="992632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cap="sq" w="27675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299" name="Group 48"/>
          <p:cNvGrpSpPr/>
          <p:nvPr/>
        </p:nvGrpSpPr>
        <p:grpSpPr>
          <a:xfrm>
            <a:off x="8914680" y="7194600"/>
            <a:ext cx="7257600" cy="752400"/>
            <a:chOff x="8914680" y="7194600"/>
            <a:chExt cx="7257600" cy="752400"/>
          </a:xfrm>
        </p:grpSpPr>
        <p:sp>
          <p:nvSpPr>
            <p:cNvPr id="1300" name="Freeform 49"/>
            <p:cNvSpPr/>
            <p:nvPr/>
          </p:nvSpPr>
          <p:spPr>
            <a:xfrm>
              <a:off x="8914680" y="7230600"/>
              <a:ext cx="7257600" cy="716400"/>
            </a:xfrm>
            <a:custGeom>
              <a:avLst/>
              <a:gdLst/>
              <a:ahLst/>
              <a:rect l="l" t="t" r="r" b="b"/>
              <a:pathLst>
                <a:path w="9677400" h="9558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01" name="TextBox 50"/>
            <p:cNvSpPr/>
            <p:nvPr/>
          </p:nvSpPr>
          <p:spPr>
            <a:xfrm>
              <a:off x="8914680" y="7194600"/>
              <a:ext cx="7257600" cy="7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6"/>
                </a:lnSpc>
                <a:buNone/>
              </a:pP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✨ </a:t>
              </a: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Tạo kế hoạch chỉ với 1 chạm (One-tap Generation) </a:t>
              </a:r>
              <a:endParaRPr b="0" lang="vi-VN" sz="2180" spc="-1" strike="noStrike">
                <a:latin typeface="Noto Sans CJK SC"/>
              </a:endParaRPr>
            </a:p>
          </p:txBody>
        </p:sp>
      </p:grpSp>
      <p:grpSp>
        <p:nvGrpSpPr>
          <p:cNvPr id="1302" name="Group 51"/>
          <p:cNvGrpSpPr/>
          <p:nvPr/>
        </p:nvGrpSpPr>
        <p:grpSpPr>
          <a:xfrm>
            <a:off x="890640" y="2365560"/>
            <a:ext cx="2676240" cy="6225480"/>
            <a:chOff x="890640" y="2365560"/>
            <a:chExt cx="2676240" cy="6225480"/>
          </a:xfrm>
        </p:grpSpPr>
        <p:sp>
          <p:nvSpPr>
            <p:cNvPr id="1303" name="Freeform 52"/>
            <p:cNvSpPr/>
            <p:nvPr/>
          </p:nvSpPr>
          <p:spPr>
            <a:xfrm>
              <a:off x="890640" y="2365560"/>
              <a:ext cx="2676240" cy="6225480"/>
            </a:xfrm>
            <a:custGeom>
              <a:avLst/>
              <a:gdLst/>
              <a:ahLst/>
              <a:rect l="l" t="t" r="r" b="b"/>
              <a:pathLst>
                <a:path w="3568700" h="8300974">
                  <a:moveTo>
                    <a:pt x="0" y="0"/>
                  </a:moveTo>
                  <a:lnTo>
                    <a:pt x="3568700" y="0"/>
                  </a:lnTo>
                  <a:lnTo>
                    <a:pt x="3568700" y="8300974"/>
                  </a:lnTo>
                  <a:lnTo>
                    <a:pt x="0" y="830097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4" name="Group 53"/>
          <p:cNvGrpSpPr/>
          <p:nvPr/>
        </p:nvGrpSpPr>
        <p:grpSpPr>
          <a:xfrm>
            <a:off x="1844640" y="2193840"/>
            <a:ext cx="767880" cy="248040"/>
            <a:chOff x="1844640" y="2193840"/>
            <a:chExt cx="767880" cy="248040"/>
          </a:xfrm>
        </p:grpSpPr>
        <p:sp>
          <p:nvSpPr>
            <p:cNvPr id="1305" name="Freeform 54"/>
            <p:cNvSpPr/>
            <p:nvPr/>
          </p:nvSpPr>
          <p:spPr>
            <a:xfrm>
              <a:off x="1844640" y="2193840"/>
              <a:ext cx="767880" cy="248040"/>
            </a:xfrm>
            <a:custGeom>
              <a:avLst/>
              <a:gdLst/>
              <a:ahLst/>
              <a:rect l="l" t="t" r="r" b="b"/>
              <a:pathLst>
                <a:path w="1024255" h="33121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858647" y="0"/>
                  </a:lnTo>
                  <a:cubicBezTo>
                    <a:pt x="950087" y="0"/>
                    <a:pt x="1024255" y="74168"/>
                    <a:pt x="1024255" y="165608"/>
                  </a:cubicBezTo>
                  <a:cubicBezTo>
                    <a:pt x="1024255" y="257048"/>
                    <a:pt x="950087" y="331216"/>
                    <a:pt x="858647" y="331216"/>
                  </a:cubicBezTo>
                  <a:lnTo>
                    <a:pt x="165608" y="331216"/>
                  </a:lnTo>
                  <a:cubicBezTo>
                    <a:pt x="74168" y="331216"/>
                    <a:pt x="0" y="257048"/>
                    <a:pt x="0" y="16560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6" name="Group 55"/>
          <p:cNvGrpSpPr/>
          <p:nvPr/>
        </p:nvGrpSpPr>
        <p:grpSpPr>
          <a:xfrm>
            <a:off x="4107240" y="2118600"/>
            <a:ext cx="2321640" cy="3306960"/>
            <a:chOff x="4107240" y="2118600"/>
            <a:chExt cx="2321640" cy="3306960"/>
          </a:xfrm>
        </p:grpSpPr>
        <p:sp>
          <p:nvSpPr>
            <p:cNvPr id="1307" name="Freeform 56"/>
            <p:cNvSpPr/>
            <p:nvPr/>
          </p:nvSpPr>
          <p:spPr>
            <a:xfrm>
              <a:off x="4107240" y="2118600"/>
              <a:ext cx="2321640" cy="3306960"/>
            </a:xfrm>
            <a:custGeom>
              <a:avLst/>
              <a:gdLst/>
              <a:ahLst/>
              <a:rect l="l" t="t" r="r" b="b"/>
              <a:pathLst>
                <a:path w="3096133" h="4409567">
                  <a:moveTo>
                    <a:pt x="0" y="316865"/>
                  </a:moveTo>
                  <a:cubicBezTo>
                    <a:pt x="0" y="141859"/>
                    <a:pt x="141859" y="0"/>
                    <a:pt x="316865" y="0"/>
                  </a:cubicBezTo>
                  <a:lnTo>
                    <a:pt x="2779268" y="0"/>
                  </a:lnTo>
                  <a:cubicBezTo>
                    <a:pt x="2954274" y="0"/>
                    <a:pt x="3096133" y="141859"/>
                    <a:pt x="3096133" y="316865"/>
                  </a:cubicBezTo>
                  <a:lnTo>
                    <a:pt x="3096133" y="4092702"/>
                  </a:lnTo>
                  <a:cubicBezTo>
                    <a:pt x="3096133" y="4267708"/>
                    <a:pt x="2954274" y="4409567"/>
                    <a:pt x="2779268" y="4409567"/>
                  </a:cubicBezTo>
                  <a:lnTo>
                    <a:pt x="316865" y="4409567"/>
                  </a:lnTo>
                  <a:cubicBezTo>
                    <a:pt x="141859" y="4409440"/>
                    <a:pt x="0" y="4267708"/>
                    <a:pt x="0" y="4092702"/>
                  </a:cubicBezTo>
                  <a:close/>
                </a:path>
              </a:pathLst>
            </a:custGeom>
            <a:solidFill>
              <a:srgbClr val="17142e"/>
            </a:solidFill>
            <a:ln cap="sq" w="14925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08" name="Group 57"/>
          <p:cNvGrpSpPr/>
          <p:nvPr/>
        </p:nvGrpSpPr>
        <p:grpSpPr>
          <a:xfrm>
            <a:off x="4196880" y="2348640"/>
            <a:ext cx="2142360" cy="2902680"/>
            <a:chOff x="4196880" y="2348640"/>
            <a:chExt cx="2142360" cy="2902680"/>
          </a:xfrm>
        </p:grpSpPr>
        <p:sp>
          <p:nvSpPr>
            <p:cNvPr id="1309" name="Freeform 58"/>
            <p:cNvSpPr/>
            <p:nvPr/>
          </p:nvSpPr>
          <p:spPr>
            <a:xfrm>
              <a:off x="4196880" y="2348640"/>
              <a:ext cx="2142360" cy="2902680"/>
            </a:xfrm>
            <a:custGeom>
              <a:avLst/>
              <a:gdLst/>
              <a:ahLst/>
              <a:rect l="l" t="t" r="r" b="b"/>
              <a:pathLst>
                <a:path w="2857119" h="3870579">
                  <a:moveTo>
                    <a:pt x="0" y="0"/>
                  </a:moveTo>
                  <a:lnTo>
                    <a:pt x="2857119" y="0"/>
                  </a:lnTo>
                  <a:lnTo>
                    <a:pt x="2857119" y="3870579"/>
                  </a:lnTo>
                  <a:lnTo>
                    <a:pt x="0" y="387057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10" name="Group 59"/>
          <p:cNvGrpSpPr/>
          <p:nvPr/>
        </p:nvGrpSpPr>
        <p:grpSpPr>
          <a:xfrm>
            <a:off x="4930560" y="2208600"/>
            <a:ext cx="675360" cy="218160"/>
            <a:chOff x="4930560" y="2208600"/>
            <a:chExt cx="675360" cy="218160"/>
          </a:xfrm>
        </p:grpSpPr>
        <p:sp>
          <p:nvSpPr>
            <p:cNvPr id="1311" name="Freeform 60"/>
            <p:cNvSpPr/>
            <p:nvPr/>
          </p:nvSpPr>
          <p:spPr>
            <a:xfrm>
              <a:off x="4930560" y="2208600"/>
              <a:ext cx="675360" cy="218160"/>
            </a:xfrm>
            <a:custGeom>
              <a:avLst/>
              <a:gdLst/>
              <a:ahLst/>
              <a:rect l="l" t="t" r="r" b="b"/>
              <a:pathLst>
                <a:path w="901192" h="291592">
                  <a:moveTo>
                    <a:pt x="0" y="145796"/>
                  </a:moveTo>
                  <a:cubicBezTo>
                    <a:pt x="0" y="65278"/>
                    <a:pt x="65278" y="0"/>
                    <a:pt x="145796" y="0"/>
                  </a:cubicBezTo>
                  <a:lnTo>
                    <a:pt x="755396" y="0"/>
                  </a:lnTo>
                  <a:cubicBezTo>
                    <a:pt x="835914" y="0"/>
                    <a:pt x="901192" y="65278"/>
                    <a:pt x="901192" y="145796"/>
                  </a:cubicBezTo>
                  <a:cubicBezTo>
                    <a:pt x="901192" y="226314"/>
                    <a:pt x="835914" y="291592"/>
                    <a:pt x="755396" y="291592"/>
                  </a:cubicBezTo>
                  <a:lnTo>
                    <a:pt x="145796" y="291592"/>
                  </a:lnTo>
                  <a:cubicBezTo>
                    <a:pt x="65278" y="291592"/>
                    <a:pt x="0" y="226314"/>
                    <a:pt x="0" y="145796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12" name="Group 61"/>
          <p:cNvGrpSpPr/>
          <p:nvPr/>
        </p:nvGrpSpPr>
        <p:grpSpPr>
          <a:xfrm>
            <a:off x="4241880" y="5667120"/>
            <a:ext cx="2052720" cy="2947680"/>
            <a:chOff x="4241880" y="5667120"/>
            <a:chExt cx="2052720" cy="2947680"/>
          </a:xfrm>
        </p:grpSpPr>
        <p:sp>
          <p:nvSpPr>
            <p:cNvPr id="1313" name="Freeform 62"/>
            <p:cNvSpPr/>
            <p:nvPr/>
          </p:nvSpPr>
          <p:spPr>
            <a:xfrm>
              <a:off x="4241880" y="5667120"/>
              <a:ext cx="2052720" cy="2947680"/>
            </a:xfrm>
            <a:custGeom>
              <a:avLst/>
              <a:gdLst/>
              <a:ahLst/>
              <a:rect l="l" t="t" r="r" b="b"/>
              <a:pathLst>
                <a:path w="2737358" h="3930904">
                  <a:moveTo>
                    <a:pt x="0" y="0"/>
                  </a:moveTo>
                  <a:lnTo>
                    <a:pt x="2737358" y="0"/>
                  </a:lnTo>
                  <a:lnTo>
                    <a:pt x="2737358" y="3930904"/>
                  </a:lnTo>
                  <a:lnTo>
                    <a:pt x="0" y="3930904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5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14" name="Group 63"/>
          <p:cNvGrpSpPr/>
          <p:nvPr/>
        </p:nvGrpSpPr>
        <p:grpSpPr>
          <a:xfrm>
            <a:off x="4930560" y="5571720"/>
            <a:ext cx="675360" cy="170640"/>
            <a:chOff x="4930560" y="5571720"/>
            <a:chExt cx="675360" cy="170640"/>
          </a:xfrm>
        </p:grpSpPr>
        <p:sp>
          <p:nvSpPr>
            <p:cNvPr id="1315" name="Freeform 64"/>
            <p:cNvSpPr/>
            <p:nvPr/>
          </p:nvSpPr>
          <p:spPr>
            <a:xfrm>
              <a:off x="4930560" y="5571720"/>
              <a:ext cx="675360" cy="170640"/>
            </a:xfrm>
            <a:custGeom>
              <a:avLst/>
              <a:gdLst/>
              <a:ahLst/>
              <a:rect l="l" t="t" r="r" b="b"/>
              <a:pathLst>
                <a:path w="901192" h="228092">
                  <a:moveTo>
                    <a:pt x="0" y="114046"/>
                  </a:moveTo>
                  <a:cubicBezTo>
                    <a:pt x="0" y="51054"/>
                    <a:pt x="51054" y="0"/>
                    <a:pt x="114046" y="0"/>
                  </a:cubicBezTo>
                  <a:lnTo>
                    <a:pt x="787146" y="0"/>
                  </a:lnTo>
                  <a:cubicBezTo>
                    <a:pt x="850138" y="0"/>
                    <a:pt x="901192" y="51054"/>
                    <a:pt x="901192" y="114046"/>
                  </a:cubicBezTo>
                  <a:cubicBezTo>
                    <a:pt x="901192" y="177038"/>
                    <a:pt x="850138" y="228092"/>
                    <a:pt x="787146" y="228092"/>
                  </a:cubicBezTo>
                  <a:lnTo>
                    <a:pt x="114046" y="228092"/>
                  </a:lnTo>
                  <a:cubicBezTo>
                    <a:pt x="51054" y="227965"/>
                    <a:pt x="0" y="176911"/>
                    <a:pt x="0" y="114046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wipe dir="l"/>
  </p:transition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16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317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18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319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20" name="Group 6"/>
          <p:cNvGrpSpPr/>
          <p:nvPr/>
        </p:nvGrpSpPr>
        <p:grpSpPr>
          <a:xfrm>
            <a:off x="1879200" y="602280"/>
            <a:ext cx="10972440" cy="412200"/>
            <a:chOff x="1879200" y="602280"/>
            <a:chExt cx="10972440" cy="412200"/>
          </a:xfrm>
        </p:grpSpPr>
        <p:sp>
          <p:nvSpPr>
            <p:cNvPr id="1321" name="Freeform 7"/>
            <p:cNvSpPr/>
            <p:nvPr/>
          </p:nvSpPr>
          <p:spPr>
            <a:xfrm>
              <a:off x="1879200" y="631080"/>
              <a:ext cx="10972440" cy="383400"/>
            </a:xfrm>
            <a:custGeom>
              <a:avLst/>
              <a:gdLst/>
              <a:ahLst/>
              <a:rect l="l" t="t" r="r" b="b"/>
              <a:pathLst>
                <a:path w="14630400" h="5118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2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323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324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2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5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Trợ lý AI (Gemini)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326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327" name="Freeform 13"/>
            <p:cNvSpPr/>
            <p:nvPr/>
          </p:nvSpPr>
          <p:spPr>
            <a:xfrm>
              <a:off x="754560" y="9765720"/>
              <a:ext cx="9600840" cy="383400"/>
            </a:xfrm>
            <a:custGeom>
              <a:avLst/>
              <a:gdLst/>
              <a:ahLst/>
              <a:rect l="l" t="t" r="r" b="b"/>
              <a:pathLst>
                <a:path w="12801600" h="5118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28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329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330" name="Freeform 16"/>
            <p:cNvSpPr/>
            <p:nvPr/>
          </p:nvSpPr>
          <p:spPr>
            <a:xfrm>
              <a:off x="16710120" y="9765720"/>
              <a:ext cx="822600" cy="383400"/>
            </a:xfrm>
            <a:custGeom>
              <a:avLst/>
              <a:gdLst/>
              <a:ahLst/>
              <a:rect l="l" t="t" r="r" b="b"/>
              <a:pathLst>
                <a:path w="1097400" h="5118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1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16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332" name="Group 18"/>
          <p:cNvGrpSpPr/>
          <p:nvPr/>
        </p:nvGrpSpPr>
        <p:grpSpPr>
          <a:xfrm>
            <a:off x="744840" y="2116440"/>
            <a:ext cx="2967480" cy="6699600"/>
            <a:chOff x="744840" y="2116440"/>
            <a:chExt cx="2967480" cy="6699600"/>
          </a:xfrm>
        </p:grpSpPr>
        <p:sp>
          <p:nvSpPr>
            <p:cNvPr id="1333" name="Freeform 19"/>
            <p:cNvSpPr/>
            <p:nvPr/>
          </p:nvSpPr>
          <p:spPr>
            <a:xfrm>
              <a:off x="744840" y="2116440"/>
              <a:ext cx="2967480" cy="6699600"/>
            </a:xfrm>
            <a:custGeom>
              <a:avLst/>
              <a:gdLst/>
              <a:ahLst/>
              <a:rect l="l" t="t" r="r" b="b"/>
              <a:pathLst>
                <a:path w="3957320" h="8933053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528050"/>
                  </a:lnTo>
                  <a:cubicBezTo>
                    <a:pt x="3957320" y="8751697"/>
                    <a:pt x="3775964" y="8933053"/>
                    <a:pt x="3552317" y="8933053"/>
                  </a:cubicBezTo>
                  <a:lnTo>
                    <a:pt x="405003" y="8933053"/>
                  </a:lnTo>
                  <a:cubicBezTo>
                    <a:pt x="181356" y="8933053"/>
                    <a:pt x="0" y="8751697"/>
                    <a:pt x="0" y="8528050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34" name="Group 20"/>
          <p:cNvGrpSpPr/>
          <p:nvPr/>
        </p:nvGrpSpPr>
        <p:grpSpPr>
          <a:xfrm>
            <a:off x="1758600" y="9009360"/>
            <a:ext cx="3771720" cy="377640"/>
            <a:chOff x="1758600" y="9009360"/>
            <a:chExt cx="3771720" cy="377640"/>
          </a:xfrm>
        </p:grpSpPr>
        <p:sp>
          <p:nvSpPr>
            <p:cNvPr id="1335" name="Freeform 21"/>
            <p:cNvSpPr/>
            <p:nvPr/>
          </p:nvSpPr>
          <p:spPr>
            <a:xfrm>
              <a:off x="1758600" y="9030600"/>
              <a:ext cx="3771720" cy="356040"/>
            </a:xfrm>
            <a:custGeom>
              <a:avLst/>
              <a:gdLst/>
              <a:ahLst/>
              <a:rect l="l" t="t" r="r" b="b"/>
              <a:pathLst>
                <a:path w="5029200" h="475200">
                  <a:moveTo>
                    <a:pt x="0" y="0"/>
                  </a:moveTo>
                  <a:lnTo>
                    <a:pt x="5029200" y="0"/>
                  </a:lnTo>
                  <a:lnTo>
                    <a:pt x="5029200" y="475200"/>
                  </a:lnTo>
                  <a:lnTo>
                    <a:pt x="0" y="47520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6" name="TextBox 22"/>
            <p:cNvSpPr/>
            <p:nvPr/>
          </p:nvSpPr>
          <p:spPr>
            <a:xfrm>
              <a:off x="1758600" y="9009360"/>
              <a:ext cx="3771720" cy="37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AIStudyPlannerScreen.kt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337" name="Group 23"/>
          <p:cNvGrpSpPr/>
          <p:nvPr/>
        </p:nvGrpSpPr>
        <p:grpSpPr>
          <a:xfrm>
            <a:off x="1758600" y="9338400"/>
            <a:ext cx="3771720" cy="323280"/>
            <a:chOff x="1758600" y="9338400"/>
            <a:chExt cx="3771720" cy="323280"/>
          </a:xfrm>
        </p:grpSpPr>
        <p:sp>
          <p:nvSpPr>
            <p:cNvPr id="1338" name="Freeform 24"/>
            <p:cNvSpPr/>
            <p:nvPr/>
          </p:nvSpPr>
          <p:spPr>
            <a:xfrm>
              <a:off x="1758600" y="9360000"/>
              <a:ext cx="3771720" cy="301680"/>
            </a:xfrm>
            <a:custGeom>
              <a:avLst/>
              <a:gdLst/>
              <a:ahLst/>
              <a:rect l="l" t="t" r="r" b="b"/>
              <a:pathLst>
                <a:path w="5029200" h="402600">
                  <a:moveTo>
                    <a:pt x="0" y="0"/>
                  </a:moveTo>
                  <a:lnTo>
                    <a:pt x="5029200" y="0"/>
                  </a:lnTo>
                  <a:lnTo>
                    <a:pt x="5029200" y="402600"/>
                  </a:lnTo>
                  <a:lnTo>
                    <a:pt x="0" y="4026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39" name="TextBox 25"/>
            <p:cNvSpPr/>
            <p:nvPr/>
          </p:nvSpPr>
          <p:spPr>
            <a:xfrm>
              <a:off x="1758600" y="9338400"/>
              <a:ext cx="37717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531"/>
                </a:lnSpc>
                <a:buNone/>
              </a:pPr>
              <a:r>
                <a:rPr b="0" lang="en-US" sz="128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Giao diện tuỳ chỉnh mục tiêu</a:t>
              </a:r>
              <a:endParaRPr b="0" lang="vi-VN" sz="1280" spc="-1" strike="noStrike">
                <a:latin typeface="Noto Sans CJK SC"/>
              </a:endParaRPr>
            </a:p>
          </p:txBody>
        </p:sp>
      </p:grpSp>
      <p:grpSp>
        <p:nvGrpSpPr>
          <p:cNvPr id="1340" name="Group 26"/>
          <p:cNvGrpSpPr/>
          <p:nvPr/>
        </p:nvGrpSpPr>
        <p:grpSpPr>
          <a:xfrm>
            <a:off x="8794080" y="2873880"/>
            <a:ext cx="8457120" cy="1193760"/>
            <a:chOff x="8794080" y="2873880"/>
            <a:chExt cx="8457120" cy="1193760"/>
          </a:xfrm>
        </p:grpSpPr>
        <p:sp>
          <p:nvSpPr>
            <p:cNvPr id="1341" name="Freeform 27"/>
            <p:cNvSpPr/>
            <p:nvPr/>
          </p:nvSpPr>
          <p:spPr>
            <a:xfrm>
              <a:off x="8794080" y="3009600"/>
              <a:ext cx="8457120" cy="1058040"/>
            </a:xfrm>
            <a:custGeom>
              <a:avLst/>
              <a:gdLst/>
              <a:ahLst/>
              <a:rect l="l" t="t" r="r" b="b"/>
              <a:pathLst>
                <a:path w="11276400" h="1411200">
                  <a:moveTo>
                    <a:pt x="0" y="0"/>
                  </a:moveTo>
                  <a:lnTo>
                    <a:pt x="11276400" y="0"/>
                  </a:lnTo>
                  <a:lnTo>
                    <a:pt x="11276400" y="1411200"/>
                  </a:lnTo>
                  <a:lnTo>
                    <a:pt x="0" y="141120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2" name="TextBox 28"/>
            <p:cNvSpPr/>
            <p:nvPr/>
          </p:nvSpPr>
          <p:spPr>
            <a:xfrm>
              <a:off x="8794080" y="2873880"/>
              <a:ext cx="8457120" cy="11937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5253"/>
                </a:lnSpc>
                <a:buNone/>
              </a:pPr>
              <a:r>
                <a:rPr b="1" lang="en-US" sz="3420" spc="-1" strike="noStrike">
                  <a:solidFill>
                    <a:srgbClr val="3f3d56"/>
                  </a:solidFill>
                  <a:latin typeface="Calibri (MS) Bold"/>
                  <a:ea typeface="Calibri (MS) Bold"/>
                </a:rPr>
                <a:t>AI Planner </a:t>
              </a:r>
              <a:endParaRPr b="0" lang="vi-VN" sz="3420" spc="-1" strike="noStrike">
                <a:latin typeface="Noto Sans CJK SC"/>
              </a:endParaRPr>
            </a:p>
          </p:txBody>
        </p:sp>
      </p:grpSp>
      <p:grpSp>
        <p:nvGrpSpPr>
          <p:cNvPr id="1343" name="Group 29"/>
          <p:cNvGrpSpPr/>
          <p:nvPr/>
        </p:nvGrpSpPr>
        <p:grpSpPr>
          <a:xfrm>
            <a:off x="8780400" y="4586400"/>
            <a:ext cx="7526160" cy="744120"/>
            <a:chOff x="8780400" y="4586400"/>
            <a:chExt cx="7526160" cy="744120"/>
          </a:xfrm>
        </p:grpSpPr>
        <p:sp>
          <p:nvSpPr>
            <p:cNvPr id="1344" name="Freeform 30"/>
            <p:cNvSpPr/>
            <p:nvPr/>
          </p:nvSpPr>
          <p:spPr>
            <a:xfrm>
              <a:off x="8780400" y="4586400"/>
              <a:ext cx="7526160" cy="744120"/>
            </a:xfrm>
            <a:custGeom>
              <a:avLst/>
              <a:gdLst/>
              <a:ahLst/>
              <a:rect l="l" t="t" r="r" b="b"/>
              <a:pathLst>
                <a:path w="10035286" h="992632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cap="sq" w="27675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45" name="Group 31"/>
          <p:cNvGrpSpPr/>
          <p:nvPr/>
        </p:nvGrpSpPr>
        <p:grpSpPr>
          <a:xfrm>
            <a:off x="8914680" y="4564800"/>
            <a:ext cx="7257600" cy="752040"/>
            <a:chOff x="8914680" y="4564800"/>
            <a:chExt cx="7257600" cy="752040"/>
          </a:xfrm>
        </p:grpSpPr>
        <p:sp>
          <p:nvSpPr>
            <p:cNvPr id="1346" name="Freeform 32"/>
            <p:cNvSpPr/>
            <p:nvPr/>
          </p:nvSpPr>
          <p:spPr>
            <a:xfrm>
              <a:off x="8914680" y="4600440"/>
              <a:ext cx="7257600" cy="716400"/>
            </a:xfrm>
            <a:custGeom>
              <a:avLst/>
              <a:gdLst/>
              <a:ahLst/>
              <a:rect l="l" t="t" r="r" b="b"/>
              <a:pathLst>
                <a:path w="9677400" h="9558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47" name="TextBox 33"/>
            <p:cNvSpPr/>
            <p:nvPr/>
          </p:nvSpPr>
          <p:spPr>
            <a:xfrm>
              <a:off x="8914680" y="4564800"/>
              <a:ext cx="7257600" cy="7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6"/>
                </a:lnSpc>
                <a:buNone/>
              </a:pP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🎯 </a:t>
              </a: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Thiết lập mục tiêu tổng quan </a:t>
              </a:r>
              <a:endParaRPr b="0" lang="vi-VN" sz="2180" spc="-1" strike="noStrike">
                <a:latin typeface="Noto Sans CJK SC"/>
              </a:endParaRPr>
            </a:p>
          </p:txBody>
        </p:sp>
      </p:grpSp>
      <p:grpSp>
        <p:nvGrpSpPr>
          <p:cNvPr id="1348" name="Group 34"/>
          <p:cNvGrpSpPr/>
          <p:nvPr/>
        </p:nvGrpSpPr>
        <p:grpSpPr>
          <a:xfrm>
            <a:off x="8780400" y="5463360"/>
            <a:ext cx="7526160" cy="744120"/>
            <a:chOff x="8780400" y="5463360"/>
            <a:chExt cx="7526160" cy="744120"/>
          </a:xfrm>
        </p:grpSpPr>
        <p:sp>
          <p:nvSpPr>
            <p:cNvPr id="1349" name="Freeform 35"/>
            <p:cNvSpPr/>
            <p:nvPr/>
          </p:nvSpPr>
          <p:spPr>
            <a:xfrm>
              <a:off x="8780400" y="5463360"/>
              <a:ext cx="7526160" cy="744120"/>
            </a:xfrm>
            <a:custGeom>
              <a:avLst/>
              <a:gdLst/>
              <a:ahLst/>
              <a:rect l="l" t="t" r="r" b="b"/>
              <a:pathLst>
                <a:path w="10035286" h="992632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cap="sq" w="27675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50" name="Group 36"/>
          <p:cNvGrpSpPr/>
          <p:nvPr/>
        </p:nvGrpSpPr>
        <p:grpSpPr>
          <a:xfrm>
            <a:off x="8914680" y="5441400"/>
            <a:ext cx="7257600" cy="752040"/>
            <a:chOff x="8914680" y="5441400"/>
            <a:chExt cx="7257600" cy="752040"/>
          </a:xfrm>
        </p:grpSpPr>
        <p:sp>
          <p:nvSpPr>
            <p:cNvPr id="1351" name="Freeform 37"/>
            <p:cNvSpPr/>
            <p:nvPr/>
          </p:nvSpPr>
          <p:spPr>
            <a:xfrm>
              <a:off x="8914680" y="5477040"/>
              <a:ext cx="7257600" cy="716400"/>
            </a:xfrm>
            <a:custGeom>
              <a:avLst/>
              <a:gdLst/>
              <a:ahLst/>
              <a:rect l="l" t="t" r="r" b="b"/>
              <a:pathLst>
                <a:path w="9677400" h="9558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2" name="TextBox 38"/>
            <p:cNvSpPr/>
            <p:nvPr/>
          </p:nvSpPr>
          <p:spPr>
            <a:xfrm>
              <a:off x="8914680" y="5441400"/>
              <a:ext cx="7257600" cy="7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6"/>
                </a:lnSpc>
                <a:buNone/>
              </a:pP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📚 </a:t>
              </a: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Quản lý môn học &amp; Mức độ ưu tiên </a:t>
              </a:r>
              <a:endParaRPr b="0" lang="vi-VN" sz="2180" spc="-1" strike="noStrike">
                <a:latin typeface="Noto Sans CJK SC"/>
              </a:endParaRPr>
            </a:p>
          </p:txBody>
        </p:sp>
      </p:grpSp>
      <p:grpSp>
        <p:nvGrpSpPr>
          <p:cNvPr id="1353" name="Group 39"/>
          <p:cNvGrpSpPr/>
          <p:nvPr/>
        </p:nvGrpSpPr>
        <p:grpSpPr>
          <a:xfrm>
            <a:off x="8780400" y="6339960"/>
            <a:ext cx="7526160" cy="744120"/>
            <a:chOff x="8780400" y="6339960"/>
            <a:chExt cx="7526160" cy="744120"/>
          </a:xfrm>
        </p:grpSpPr>
        <p:sp>
          <p:nvSpPr>
            <p:cNvPr id="1354" name="Freeform 40"/>
            <p:cNvSpPr/>
            <p:nvPr/>
          </p:nvSpPr>
          <p:spPr>
            <a:xfrm>
              <a:off x="8780400" y="6339960"/>
              <a:ext cx="7526160" cy="744120"/>
            </a:xfrm>
            <a:custGeom>
              <a:avLst/>
              <a:gdLst/>
              <a:ahLst/>
              <a:rect l="l" t="t" r="r" b="b"/>
              <a:pathLst>
                <a:path w="10035286" h="992632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cap="sq" w="27675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55" name="Group 41"/>
          <p:cNvGrpSpPr/>
          <p:nvPr/>
        </p:nvGrpSpPr>
        <p:grpSpPr>
          <a:xfrm>
            <a:off x="8914680" y="6318000"/>
            <a:ext cx="7257600" cy="752040"/>
            <a:chOff x="8914680" y="6318000"/>
            <a:chExt cx="7257600" cy="752040"/>
          </a:xfrm>
        </p:grpSpPr>
        <p:sp>
          <p:nvSpPr>
            <p:cNvPr id="1356" name="Freeform 42"/>
            <p:cNvSpPr/>
            <p:nvPr/>
          </p:nvSpPr>
          <p:spPr>
            <a:xfrm>
              <a:off x="8914680" y="6353640"/>
              <a:ext cx="7257600" cy="716400"/>
            </a:xfrm>
            <a:custGeom>
              <a:avLst/>
              <a:gdLst/>
              <a:ahLst/>
              <a:rect l="l" t="t" r="r" b="b"/>
              <a:pathLst>
                <a:path w="9677400" h="9558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57" name="TextBox 43"/>
            <p:cNvSpPr/>
            <p:nvPr/>
          </p:nvSpPr>
          <p:spPr>
            <a:xfrm>
              <a:off x="8914680" y="6318000"/>
              <a:ext cx="7257600" cy="7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6"/>
                </a:lnSpc>
                <a:buNone/>
              </a:pP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⏰ </a:t>
              </a: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Tùy chỉnh khung thời gian rảnh </a:t>
              </a:r>
              <a:endParaRPr b="0" lang="vi-VN" sz="2180" spc="-1" strike="noStrike">
                <a:latin typeface="Noto Sans CJK SC"/>
              </a:endParaRPr>
            </a:p>
          </p:txBody>
        </p:sp>
      </p:grpSp>
      <p:grpSp>
        <p:nvGrpSpPr>
          <p:cNvPr id="1358" name="Group 44"/>
          <p:cNvGrpSpPr/>
          <p:nvPr/>
        </p:nvGrpSpPr>
        <p:grpSpPr>
          <a:xfrm>
            <a:off x="8780400" y="7216560"/>
            <a:ext cx="7526160" cy="744120"/>
            <a:chOff x="8780400" y="7216560"/>
            <a:chExt cx="7526160" cy="744120"/>
          </a:xfrm>
        </p:grpSpPr>
        <p:sp>
          <p:nvSpPr>
            <p:cNvPr id="1359" name="Freeform 45"/>
            <p:cNvSpPr/>
            <p:nvPr/>
          </p:nvSpPr>
          <p:spPr>
            <a:xfrm>
              <a:off x="8780400" y="7216560"/>
              <a:ext cx="7526160" cy="744120"/>
            </a:xfrm>
            <a:custGeom>
              <a:avLst/>
              <a:gdLst/>
              <a:ahLst/>
              <a:rect l="l" t="t" r="r" b="b"/>
              <a:pathLst>
                <a:path w="10035286" h="992632">
                  <a:moveTo>
                    <a:pt x="0" y="496316"/>
                  </a:moveTo>
                  <a:cubicBezTo>
                    <a:pt x="0" y="222250"/>
                    <a:pt x="222250" y="0"/>
                    <a:pt x="496316" y="0"/>
                  </a:cubicBezTo>
                  <a:lnTo>
                    <a:pt x="9538970" y="0"/>
                  </a:lnTo>
                  <a:cubicBezTo>
                    <a:pt x="9813036" y="0"/>
                    <a:pt x="10035286" y="222250"/>
                    <a:pt x="10035286" y="496316"/>
                  </a:cubicBezTo>
                  <a:cubicBezTo>
                    <a:pt x="10035286" y="770382"/>
                    <a:pt x="9813036" y="992632"/>
                    <a:pt x="9538970" y="992632"/>
                  </a:cubicBezTo>
                  <a:lnTo>
                    <a:pt x="496316" y="992632"/>
                  </a:lnTo>
                  <a:cubicBezTo>
                    <a:pt x="222250" y="992759"/>
                    <a:pt x="0" y="770509"/>
                    <a:pt x="0" y="496316"/>
                  </a:cubicBezTo>
                  <a:close/>
                </a:path>
              </a:pathLst>
            </a:custGeom>
            <a:solidFill>
              <a:srgbClr val="ffffff"/>
            </a:solidFill>
            <a:ln cap="sq" w="27675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60" name="Group 46"/>
          <p:cNvGrpSpPr/>
          <p:nvPr/>
        </p:nvGrpSpPr>
        <p:grpSpPr>
          <a:xfrm>
            <a:off x="8914680" y="7194600"/>
            <a:ext cx="7257600" cy="752400"/>
            <a:chOff x="8914680" y="7194600"/>
            <a:chExt cx="7257600" cy="752400"/>
          </a:xfrm>
        </p:grpSpPr>
        <p:sp>
          <p:nvSpPr>
            <p:cNvPr id="1361" name="Freeform 47"/>
            <p:cNvSpPr/>
            <p:nvPr/>
          </p:nvSpPr>
          <p:spPr>
            <a:xfrm>
              <a:off x="8914680" y="7230600"/>
              <a:ext cx="7257600" cy="716400"/>
            </a:xfrm>
            <a:custGeom>
              <a:avLst/>
              <a:gdLst/>
              <a:ahLst/>
              <a:rect l="l" t="t" r="r" b="b"/>
              <a:pathLst>
                <a:path w="9677400" h="955800">
                  <a:moveTo>
                    <a:pt x="0" y="0"/>
                  </a:moveTo>
                  <a:lnTo>
                    <a:pt x="9677400" y="0"/>
                  </a:lnTo>
                  <a:lnTo>
                    <a:pt x="9677400" y="955800"/>
                  </a:lnTo>
                  <a:lnTo>
                    <a:pt x="0" y="955800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62" name="TextBox 48"/>
            <p:cNvSpPr/>
            <p:nvPr/>
          </p:nvSpPr>
          <p:spPr>
            <a:xfrm>
              <a:off x="8914680" y="7194600"/>
              <a:ext cx="7257600" cy="7520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616"/>
                </a:lnSpc>
                <a:buNone/>
              </a:pP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✨ </a:t>
              </a:r>
              <a:r>
                <a:rPr b="0" lang="en-US" sz="2180" spc="-1" strike="noStrike">
                  <a:solidFill>
                    <a:srgbClr val="3f3d56"/>
                  </a:solidFill>
                  <a:latin typeface="Calibri (MS)"/>
                  <a:ea typeface="Calibri (MS)"/>
                </a:rPr>
                <a:t>Tạo kế hoạch chỉ với 1 chạm (One-tap Generation) </a:t>
              </a:r>
              <a:endParaRPr b="0" lang="vi-VN" sz="2180" spc="-1" strike="noStrike">
                <a:latin typeface="Noto Sans CJK SC"/>
              </a:endParaRPr>
            </a:p>
          </p:txBody>
        </p:sp>
      </p:grpSp>
      <p:grpSp>
        <p:nvGrpSpPr>
          <p:cNvPr id="1363" name="Group 49"/>
          <p:cNvGrpSpPr/>
          <p:nvPr/>
        </p:nvGrpSpPr>
        <p:grpSpPr>
          <a:xfrm>
            <a:off x="870120" y="2430000"/>
            <a:ext cx="2717280" cy="6036120"/>
            <a:chOff x="870120" y="2430000"/>
            <a:chExt cx="2717280" cy="6036120"/>
          </a:xfrm>
        </p:grpSpPr>
        <p:sp>
          <p:nvSpPr>
            <p:cNvPr id="1364" name="Freeform 50"/>
            <p:cNvSpPr/>
            <p:nvPr/>
          </p:nvSpPr>
          <p:spPr>
            <a:xfrm>
              <a:off x="870120" y="2430000"/>
              <a:ext cx="2717280" cy="6036120"/>
            </a:xfrm>
            <a:custGeom>
              <a:avLst/>
              <a:gdLst/>
              <a:ahLst/>
              <a:rect l="l" t="t" r="r" b="b"/>
              <a:pathLst>
                <a:path w="3623437" h="8048498">
                  <a:moveTo>
                    <a:pt x="0" y="0"/>
                  </a:moveTo>
                  <a:lnTo>
                    <a:pt x="3623437" y="0"/>
                  </a:lnTo>
                  <a:lnTo>
                    <a:pt x="3623437" y="8048498"/>
                  </a:lnTo>
                  <a:lnTo>
                    <a:pt x="0" y="804849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3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65" name="Group 51"/>
          <p:cNvGrpSpPr/>
          <p:nvPr/>
        </p:nvGrpSpPr>
        <p:grpSpPr>
          <a:xfrm>
            <a:off x="1844640" y="2261160"/>
            <a:ext cx="767880" cy="248040"/>
            <a:chOff x="1844640" y="2261160"/>
            <a:chExt cx="767880" cy="248040"/>
          </a:xfrm>
        </p:grpSpPr>
        <p:sp>
          <p:nvSpPr>
            <p:cNvPr id="1366" name="Freeform 52"/>
            <p:cNvSpPr/>
            <p:nvPr/>
          </p:nvSpPr>
          <p:spPr>
            <a:xfrm>
              <a:off x="1844640" y="2261160"/>
              <a:ext cx="767880" cy="248040"/>
            </a:xfrm>
            <a:custGeom>
              <a:avLst/>
              <a:gdLst/>
              <a:ahLst/>
              <a:rect l="l" t="t" r="r" b="b"/>
              <a:pathLst>
                <a:path w="1024255" h="33121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858647" y="0"/>
                  </a:lnTo>
                  <a:cubicBezTo>
                    <a:pt x="950087" y="0"/>
                    <a:pt x="1024255" y="74168"/>
                    <a:pt x="1024255" y="165608"/>
                  </a:cubicBezTo>
                  <a:cubicBezTo>
                    <a:pt x="1024255" y="257048"/>
                    <a:pt x="950087" y="331216"/>
                    <a:pt x="858647" y="331216"/>
                  </a:cubicBezTo>
                  <a:lnTo>
                    <a:pt x="165608" y="331216"/>
                  </a:lnTo>
                  <a:cubicBezTo>
                    <a:pt x="74168" y="331216"/>
                    <a:pt x="0" y="257048"/>
                    <a:pt x="0" y="16560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67" name="Group 53"/>
          <p:cNvGrpSpPr/>
          <p:nvPr/>
        </p:nvGrpSpPr>
        <p:grpSpPr>
          <a:xfrm>
            <a:off x="4006080" y="2116440"/>
            <a:ext cx="2967480" cy="6699600"/>
            <a:chOff x="4006080" y="2116440"/>
            <a:chExt cx="2967480" cy="6699600"/>
          </a:xfrm>
        </p:grpSpPr>
        <p:sp>
          <p:nvSpPr>
            <p:cNvPr id="1368" name="Freeform 54"/>
            <p:cNvSpPr/>
            <p:nvPr/>
          </p:nvSpPr>
          <p:spPr>
            <a:xfrm>
              <a:off x="4006080" y="2116440"/>
              <a:ext cx="2967480" cy="6699600"/>
            </a:xfrm>
            <a:custGeom>
              <a:avLst/>
              <a:gdLst/>
              <a:ahLst/>
              <a:rect l="l" t="t" r="r" b="b"/>
              <a:pathLst>
                <a:path w="3957320" h="8933053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528050"/>
                  </a:lnTo>
                  <a:cubicBezTo>
                    <a:pt x="3957320" y="8751697"/>
                    <a:pt x="3775964" y="8933053"/>
                    <a:pt x="3552317" y="8933053"/>
                  </a:cubicBezTo>
                  <a:lnTo>
                    <a:pt x="405003" y="8933053"/>
                  </a:lnTo>
                  <a:cubicBezTo>
                    <a:pt x="181356" y="8933053"/>
                    <a:pt x="0" y="8751697"/>
                    <a:pt x="0" y="8528050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69" name="Group 55"/>
          <p:cNvGrpSpPr/>
          <p:nvPr/>
        </p:nvGrpSpPr>
        <p:grpSpPr>
          <a:xfrm>
            <a:off x="4131360" y="2448360"/>
            <a:ext cx="2717280" cy="6035760"/>
            <a:chOff x="4131360" y="2448360"/>
            <a:chExt cx="2717280" cy="6035760"/>
          </a:xfrm>
        </p:grpSpPr>
        <p:sp>
          <p:nvSpPr>
            <p:cNvPr id="1370" name="Freeform 56"/>
            <p:cNvSpPr/>
            <p:nvPr/>
          </p:nvSpPr>
          <p:spPr>
            <a:xfrm>
              <a:off x="4131360" y="2448360"/>
              <a:ext cx="2717280" cy="6035760"/>
            </a:xfrm>
            <a:custGeom>
              <a:avLst/>
              <a:gdLst/>
              <a:ahLst/>
              <a:rect l="l" t="t" r="r" b="b"/>
              <a:pathLst>
                <a:path w="3623437" h="8048371">
                  <a:moveTo>
                    <a:pt x="0" y="0"/>
                  </a:moveTo>
                  <a:lnTo>
                    <a:pt x="3623437" y="0"/>
                  </a:lnTo>
                  <a:lnTo>
                    <a:pt x="3623437" y="8048371"/>
                  </a:lnTo>
                  <a:lnTo>
                    <a:pt x="0" y="8048371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71" name="Group 57"/>
          <p:cNvGrpSpPr/>
          <p:nvPr/>
        </p:nvGrpSpPr>
        <p:grpSpPr>
          <a:xfrm>
            <a:off x="5171040" y="2261160"/>
            <a:ext cx="767880" cy="248040"/>
            <a:chOff x="5171040" y="2261160"/>
            <a:chExt cx="767880" cy="248040"/>
          </a:xfrm>
        </p:grpSpPr>
        <p:sp>
          <p:nvSpPr>
            <p:cNvPr id="1372" name="Freeform 58"/>
            <p:cNvSpPr/>
            <p:nvPr/>
          </p:nvSpPr>
          <p:spPr>
            <a:xfrm>
              <a:off x="5171040" y="2261160"/>
              <a:ext cx="767880" cy="248040"/>
            </a:xfrm>
            <a:custGeom>
              <a:avLst/>
              <a:gdLst/>
              <a:ahLst/>
              <a:rect l="l" t="t" r="r" b="b"/>
              <a:pathLst>
                <a:path w="1024255" h="331216">
                  <a:moveTo>
                    <a:pt x="0" y="165608"/>
                  </a:moveTo>
                  <a:cubicBezTo>
                    <a:pt x="0" y="74168"/>
                    <a:pt x="74168" y="0"/>
                    <a:pt x="165608" y="0"/>
                  </a:cubicBezTo>
                  <a:lnTo>
                    <a:pt x="858647" y="0"/>
                  </a:lnTo>
                  <a:cubicBezTo>
                    <a:pt x="950087" y="0"/>
                    <a:pt x="1024255" y="74168"/>
                    <a:pt x="1024255" y="165608"/>
                  </a:cubicBezTo>
                  <a:cubicBezTo>
                    <a:pt x="1024255" y="257048"/>
                    <a:pt x="950087" y="331216"/>
                    <a:pt x="858647" y="331216"/>
                  </a:cubicBezTo>
                  <a:lnTo>
                    <a:pt x="165608" y="331216"/>
                  </a:lnTo>
                  <a:cubicBezTo>
                    <a:pt x="74168" y="331216"/>
                    <a:pt x="0" y="257048"/>
                    <a:pt x="0" y="16560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wipe dir="l"/>
  </p:transition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73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374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75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376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77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1378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79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380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381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2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Thống kê tổng quan (Dashboard)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383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384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5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386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387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88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17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389" name="Group 18"/>
          <p:cNvGrpSpPr/>
          <p:nvPr/>
        </p:nvGrpSpPr>
        <p:grpSpPr>
          <a:xfrm>
            <a:off x="744840" y="2116440"/>
            <a:ext cx="2967480" cy="6401520"/>
            <a:chOff x="744840" y="2116440"/>
            <a:chExt cx="2967480" cy="6401520"/>
          </a:xfrm>
        </p:grpSpPr>
        <p:sp>
          <p:nvSpPr>
            <p:cNvPr id="1390" name="Freeform 19"/>
            <p:cNvSpPr/>
            <p:nvPr/>
          </p:nvSpPr>
          <p:spPr>
            <a:xfrm>
              <a:off x="744840" y="2116440"/>
              <a:ext cx="2967480" cy="6401520"/>
            </a:xfrm>
            <a:custGeom>
              <a:avLst/>
              <a:gdLst/>
              <a:ahLst/>
              <a:rect l="l" t="t" r="r" b="b"/>
              <a:pathLst>
                <a:path w="3957320" h="8535924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91" name="Group 20"/>
          <p:cNvGrpSpPr/>
          <p:nvPr/>
        </p:nvGrpSpPr>
        <p:grpSpPr>
          <a:xfrm>
            <a:off x="1960560" y="8857800"/>
            <a:ext cx="3771720" cy="377640"/>
            <a:chOff x="1960560" y="8857800"/>
            <a:chExt cx="3771720" cy="377640"/>
          </a:xfrm>
        </p:grpSpPr>
        <p:sp>
          <p:nvSpPr>
            <p:cNvPr id="1392" name="Freeform 21"/>
            <p:cNvSpPr/>
            <p:nvPr/>
          </p:nvSpPr>
          <p:spPr>
            <a:xfrm>
              <a:off x="1960560" y="8879040"/>
              <a:ext cx="3771720" cy="356040"/>
            </a:xfrm>
            <a:custGeom>
              <a:avLst/>
              <a:gdLst/>
              <a:ahLst/>
              <a:rect l="l" t="t" r="r" b="b"/>
              <a:pathLst>
                <a:path w="5029200" h="475200">
                  <a:moveTo>
                    <a:pt x="0" y="0"/>
                  </a:moveTo>
                  <a:lnTo>
                    <a:pt x="5029200" y="0"/>
                  </a:lnTo>
                  <a:lnTo>
                    <a:pt x="5029200" y="475200"/>
                  </a:lnTo>
                  <a:lnTo>
                    <a:pt x="0" y="47520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3" name="TextBox 22"/>
            <p:cNvSpPr/>
            <p:nvPr/>
          </p:nvSpPr>
          <p:spPr>
            <a:xfrm>
              <a:off x="1960560" y="8857800"/>
              <a:ext cx="3771720" cy="37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DashboardOverviewScreen.kt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394" name="Group 23"/>
          <p:cNvGrpSpPr/>
          <p:nvPr/>
        </p:nvGrpSpPr>
        <p:grpSpPr>
          <a:xfrm>
            <a:off x="1960560" y="9186840"/>
            <a:ext cx="3771720" cy="323280"/>
            <a:chOff x="1960560" y="9186840"/>
            <a:chExt cx="3771720" cy="323280"/>
          </a:xfrm>
        </p:grpSpPr>
        <p:sp>
          <p:nvSpPr>
            <p:cNvPr id="1395" name="Freeform 24"/>
            <p:cNvSpPr/>
            <p:nvPr/>
          </p:nvSpPr>
          <p:spPr>
            <a:xfrm>
              <a:off x="1960560" y="9208440"/>
              <a:ext cx="3771720" cy="301680"/>
            </a:xfrm>
            <a:custGeom>
              <a:avLst/>
              <a:gdLst/>
              <a:ahLst/>
              <a:rect l="l" t="t" r="r" b="b"/>
              <a:pathLst>
                <a:path w="5029200" h="402600">
                  <a:moveTo>
                    <a:pt x="0" y="0"/>
                  </a:moveTo>
                  <a:lnTo>
                    <a:pt x="5029200" y="0"/>
                  </a:lnTo>
                  <a:lnTo>
                    <a:pt x="5029200" y="402600"/>
                  </a:lnTo>
                  <a:lnTo>
                    <a:pt x="0" y="4026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396" name="TextBox 25"/>
            <p:cNvSpPr/>
            <p:nvPr/>
          </p:nvSpPr>
          <p:spPr>
            <a:xfrm>
              <a:off x="1960560" y="9186840"/>
              <a:ext cx="37717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531"/>
                </a:lnSpc>
                <a:buNone/>
              </a:pPr>
              <a:r>
                <a:rPr b="0" lang="en-US" sz="128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Ngày / Tuần / Tháng</a:t>
              </a:r>
              <a:endParaRPr b="0" lang="vi-VN" sz="1280" spc="-1" strike="noStrike">
                <a:latin typeface="Noto Sans CJK SC"/>
              </a:endParaRPr>
            </a:p>
          </p:txBody>
        </p:sp>
      </p:grpSp>
      <p:grpSp>
        <p:nvGrpSpPr>
          <p:cNvPr id="1397" name="Group 26"/>
          <p:cNvGrpSpPr/>
          <p:nvPr/>
        </p:nvGrpSpPr>
        <p:grpSpPr>
          <a:xfrm>
            <a:off x="930240" y="2333520"/>
            <a:ext cx="2596680" cy="6008760"/>
            <a:chOff x="930240" y="2333520"/>
            <a:chExt cx="2596680" cy="6008760"/>
          </a:xfrm>
        </p:grpSpPr>
        <p:sp>
          <p:nvSpPr>
            <p:cNvPr id="1398" name="Freeform 27"/>
            <p:cNvSpPr/>
            <p:nvPr/>
          </p:nvSpPr>
          <p:spPr>
            <a:xfrm>
              <a:off x="930240" y="2333520"/>
              <a:ext cx="2596680" cy="6008760"/>
            </a:xfrm>
            <a:custGeom>
              <a:avLst/>
              <a:gdLst/>
              <a:ahLst/>
              <a:rect l="l" t="t" r="r" b="b"/>
              <a:pathLst>
                <a:path w="3462528" h="8012049">
                  <a:moveTo>
                    <a:pt x="0" y="0"/>
                  </a:moveTo>
                  <a:lnTo>
                    <a:pt x="3462528" y="0"/>
                  </a:lnTo>
                  <a:lnTo>
                    <a:pt x="3462528" y="8012049"/>
                  </a:lnTo>
                  <a:lnTo>
                    <a:pt x="0" y="801204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399" name="Group 28"/>
          <p:cNvGrpSpPr/>
          <p:nvPr/>
        </p:nvGrpSpPr>
        <p:grpSpPr>
          <a:xfrm>
            <a:off x="1844640" y="2261160"/>
            <a:ext cx="767880" cy="213480"/>
            <a:chOff x="1844640" y="2261160"/>
            <a:chExt cx="767880" cy="213480"/>
          </a:xfrm>
        </p:grpSpPr>
        <p:sp>
          <p:nvSpPr>
            <p:cNvPr id="1400" name="Freeform 29"/>
            <p:cNvSpPr/>
            <p:nvPr/>
          </p:nvSpPr>
          <p:spPr>
            <a:xfrm>
              <a:off x="1844640" y="2261160"/>
              <a:ext cx="767880" cy="213480"/>
            </a:xfrm>
            <a:custGeom>
              <a:avLst/>
              <a:gdLst/>
              <a:ahLst/>
              <a:rect l="l" t="t" r="r" b="b"/>
              <a:pathLst>
                <a:path w="1024128" h="284988">
                  <a:moveTo>
                    <a:pt x="0" y="142494"/>
                  </a:moveTo>
                  <a:cubicBezTo>
                    <a:pt x="0" y="63754"/>
                    <a:pt x="63754" y="0"/>
                    <a:pt x="142494" y="0"/>
                  </a:cubicBezTo>
                  <a:lnTo>
                    <a:pt x="881634" y="0"/>
                  </a:lnTo>
                  <a:cubicBezTo>
                    <a:pt x="960374" y="0"/>
                    <a:pt x="1024128" y="63754"/>
                    <a:pt x="1024128" y="142494"/>
                  </a:cubicBezTo>
                  <a:cubicBezTo>
                    <a:pt x="1024128" y="221234"/>
                    <a:pt x="960374" y="284988"/>
                    <a:pt x="881761" y="284988"/>
                  </a:cubicBezTo>
                  <a:lnTo>
                    <a:pt x="142494" y="284988"/>
                  </a:lnTo>
                  <a:cubicBezTo>
                    <a:pt x="63754" y="284988"/>
                    <a:pt x="0" y="221234"/>
                    <a:pt x="0" y="142494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01" name="Group 30"/>
          <p:cNvGrpSpPr/>
          <p:nvPr/>
        </p:nvGrpSpPr>
        <p:grpSpPr>
          <a:xfrm>
            <a:off x="3864600" y="2087640"/>
            <a:ext cx="2967480" cy="6401520"/>
            <a:chOff x="3864600" y="2087640"/>
            <a:chExt cx="2967480" cy="6401520"/>
          </a:xfrm>
        </p:grpSpPr>
        <p:sp>
          <p:nvSpPr>
            <p:cNvPr id="1402" name="Freeform 31"/>
            <p:cNvSpPr/>
            <p:nvPr/>
          </p:nvSpPr>
          <p:spPr>
            <a:xfrm>
              <a:off x="3864600" y="2087640"/>
              <a:ext cx="2967480" cy="6401520"/>
            </a:xfrm>
            <a:custGeom>
              <a:avLst/>
              <a:gdLst/>
              <a:ahLst/>
              <a:rect l="l" t="t" r="r" b="b"/>
              <a:pathLst>
                <a:path w="3957320" h="8535924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03" name="Group 32"/>
          <p:cNvGrpSpPr/>
          <p:nvPr/>
        </p:nvGrpSpPr>
        <p:grpSpPr>
          <a:xfrm>
            <a:off x="4050000" y="2333520"/>
            <a:ext cx="2596680" cy="6008760"/>
            <a:chOff x="4050000" y="2333520"/>
            <a:chExt cx="2596680" cy="6008760"/>
          </a:xfrm>
        </p:grpSpPr>
        <p:sp>
          <p:nvSpPr>
            <p:cNvPr id="1404" name="Freeform 33"/>
            <p:cNvSpPr/>
            <p:nvPr/>
          </p:nvSpPr>
          <p:spPr>
            <a:xfrm>
              <a:off x="4050000" y="2333520"/>
              <a:ext cx="2596680" cy="6008760"/>
            </a:xfrm>
            <a:custGeom>
              <a:avLst/>
              <a:gdLst/>
              <a:ahLst/>
              <a:rect l="l" t="t" r="r" b="b"/>
              <a:pathLst>
                <a:path w="3462528" h="8012049">
                  <a:moveTo>
                    <a:pt x="0" y="0"/>
                  </a:moveTo>
                  <a:lnTo>
                    <a:pt x="3462528" y="0"/>
                  </a:lnTo>
                  <a:lnTo>
                    <a:pt x="3462528" y="8012049"/>
                  </a:lnTo>
                  <a:lnTo>
                    <a:pt x="0" y="8012049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05" name="Group 34"/>
          <p:cNvGrpSpPr/>
          <p:nvPr/>
        </p:nvGrpSpPr>
        <p:grpSpPr>
          <a:xfrm>
            <a:off x="4964400" y="2282040"/>
            <a:ext cx="767880" cy="213480"/>
            <a:chOff x="4964400" y="2282040"/>
            <a:chExt cx="767880" cy="213480"/>
          </a:xfrm>
        </p:grpSpPr>
        <p:sp>
          <p:nvSpPr>
            <p:cNvPr id="1406" name="Freeform 35"/>
            <p:cNvSpPr/>
            <p:nvPr/>
          </p:nvSpPr>
          <p:spPr>
            <a:xfrm>
              <a:off x="4964400" y="2282040"/>
              <a:ext cx="767880" cy="213480"/>
            </a:xfrm>
            <a:custGeom>
              <a:avLst/>
              <a:gdLst/>
              <a:ahLst/>
              <a:rect l="l" t="t" r="r" b="b"/>
              <a:pathLst>
                <a:path w="1024128" h="284988">
                  <a:moveTo>
                    <a:pt x="0" y="142494"/>
                  </a:moveTo>
                  <a:cubicBezTo>
                    <a:pt x="0" y="63754"/>
                    <a:pt x="63754" y="0"/>
                    <a:pt x="142494" y="0"/>
                  </a:cubicBezTo>
                  <a:lnTo>
                    <a:pt x="881634" y="0"/>
                  </a:lnTo>
                  <a:cubicBezTo>
                    <a:pt x="960374" y="0"/>
                    <a:pt x="1024128" y="63754"/>
                    <a:pt x="1024128" y="142494"/>
                  </a:cubicBezTo>
                  <a:cubicBezTo>
                    <a:pt x="1024128" y="221234"/>
                    <a:pt x="960374" y="284988"/>
                    <a:pt x="881761" y="284988"/>
                  </a:cubicBezTo>
                  <a:lnTo>
                    <a:pt x="142494" y="284988"/>
                  </a:lnTo>
                  <a:cubicBezTo>
                    <a:pt x="63754" y="284988"/>
                    <a:pt x="0" y="221234"/>
                    <a:pt x="0" y="142494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07" name="TextBox 36"/>
          <p:cNvSpPr/>
          <p:nvPr/>
        </p:nvSpPr>
        <p:spPr>
          <a:xfrm>
            <a:off x="8715960" y="3315960"/>
            <a:ext cx="7778160" cy="2943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42000" indent="-171000">
              <a:lnSpc>
                <a:spcPts val="2897"/>
              </a:lnSpc>
              <a:buFont typeface="Arial"/>
              <a:buChar char="•"/>
            </a:pPr>
            <a:r>
              <a:rPr b="0" lang="en-US" sz="2100" spc="-1" strike="noStrike">
                <a:solidFill>
                  <a:srgbClr val="3f3d56"/>
                </a:solidFill>
                <a:latin typeface="Calibri (MS)"/>
                <a:ea typeface="Calibri (MS)"/>
              </a:rPr>
              <a:t>Bộ lọc Ngày / Tuần / Tháng, điều hướng tiến–lùi, hiển thị % thay đổi so với giai đoạn trước</a:t>
            </a:r>
            <a:endParaRPr b="0" lang="vi-VN" sz="2100" spc="-1" strike="noStrike">
              <a:latin typeface="Noto Sans CJK SC"/>
            </a:endParaRPr>
          </a:p>
          <a:p>
            <a:pPr lvl="1" marL="342000" indent="-171000">
              <a:lnSpc>
                <a:spcPts val="2897"/>
              </a:lnSpc>
              <a:buFont typeface="Arial"/>
              <a:buChar char="•"/>
            </a:pPr>
            <a:r>
              <a:rPr b="0" lang="en-US" sz="2100" spc="-1" strike="noStrike">
                <a:solidFill>
                  <a:srgbClr val="3f3d56"/>
                </a:solidFill>
                <a:latin typeface="Calibri (MS)"/>
                <a:ea typeface="Calibri (MS)"/>
              </a:rPr>
              <a:t>Biểu đồ donut nhiều màu: Hoàn thành – Đang làm – Chưa hoàn thành, kèm thông điệp động viên</a:t>
            </a:r>
            <a:endParaRPr b="0" lang="vi-VN" sz="2100" spc="-1" strike="noStrike">
              <a:latin typeface="Noto Sans CJK SC"/>
            </a:endParaRPr>
          </a:p>
          <a:p>
            <a:pPr lvl="1" marL="342000" indent="-171000">
              <a:lnSpc>
                <a:spcPts val="2897"/>
              </a:lnSpc>
              <a:buFont typeface="Arial"/>
              <a:buChar char="•"/>
            </a:pPr>
            <a:r>
              <a:rPr b="0" lang="en-US" sz="2100" spc="-1" strike="noStrike">
                <a:solidFill>
                  <a:srgbClr val="3f3d56"/>
                </a:solidFill>
                <a:latin typeface="Calibri (MS)"/>
                <a:ea typeface="Calibri (MS)"/>
              </a:rPr>
              <a:t>Hiệu suất theo từng danh mục, chuỗi ngày duy trì 🔥 và độ chính xác lập kế hoạch</a:t>
            </a:r>
            <a:endParaRPr b="0" lang="vi-VN" sz="2100" spc="-1" strike="noStrike">
              <a:latin typeface="Noto Sans CJK SC"/>
            </a:endParaRPr>
          </a:p>
          <a:p>
            <a:pPr lvl="1" marL="342000" indent="-171000">
              <a:lnSpc>
                <a:spcPts val="2897"/>
              </a:lnSpc>
              <a:buFont typeface="Arial"/>
              <a:buChar char="•"/>
            </a:pPr>
            <a:r>
              <a:rPr b="0" lang="en-US" sz="2100" spc="-1" strike="noStrike">
                <a:solidFill>
                  <a:srgbClr val="3f3d56"/>
                </a:solidFill>
                <a:latin typeface="Calibri (MS)"/>
                <a:ea typeface="Calibri (MS)"/>
              </a:rPr>
              <a:t>Toàn bộ chỉ số được AnalyticsEngine tính trực tiếp từ dữ liệu Room — không cần máy chủ</a:t>
            </a:r>
            <a:endParaRPr b="0" lang="vi-VN" sz="2100" spc="-1" strike="noStrike">
              <a:latin typeface="Noto Sans CJK SC"/>
            </a:endParaRPr>
          </a:p>
        </p:txBody>
      </p:sp>
    </p:spTree>
  </p:cSld>
  <p:transition>
    <p:wipe dir="l"/>
  </p:transition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08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409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10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411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12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1413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4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415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416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17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Thống kê theo danh mục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418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419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0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421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422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3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18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424" name="Group 18"/>
          <p:cNvGrpSpPr/>
          <p:nvPr/>
        </p:nvGrpSpPr>
        <p:grpSpPr>
          <a:xfrm>
            <a:off x="744840" y="2116440"/>
            <a:ext cx="2967480" cy="6401520"/>
            <a:chOff x="744840" y="2116440"/>
            <a:chExt cx="2967480" cy="6401520"/>
          </a:xfrm>
        </p:grpSpPr>
        <p:sp>
          <p:nvSpPr>
            <p:cNvPr id="1425" name="Freeform 19"/>
            <p:cNvSpPr/>
            <p:nvPr/>
          </p:nvSpPr>
          <p:spPr>
            <a:xfrm>
              <a:off x="744840" y="2116440"/>
              <a:ext cx="2967480" cy="6401520"/>
            </a:xfrm>
            <a:custGeom>
              <a:avLst/>
              <a:gdLst/>
              <a:ahLst/>
              <a:rect l="l" t="t" r="r" b="b"/>
              <a:pathLst>
                <a:path w="3957320" h="8536051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1048"/>
                  </a:lnTo>
                  <a:cubicBezTo>
                    <a:pt x="3957320" y="8354695"/>
                    <a:pt x="3775964" y="8536051"/>
                    <a:pt x="3552317" y="8536051"/>
                  </a:cubicBezTo>
                  <a:lnTo>
                    <a:pt x="405003" y="8536051"/>
                  </a:lnTo>
                  <a:cubicBezTo>
                    <a:pt x="181356" y="8536051"/>
                    <a:pt x="0" y="8354695"/>
                    <a:pt x="0" y="8131048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26" name="Group 20"/>
          <p:cNvGrpSpPr/>
          <p:nvPr/>
        </p:nvGrpSpPr>
        <p:grpSpPr>
          <a:xfrm>
            <a:off x="2054880" y="8714880"/>
            <a:ext cx="3771720" cy="377640"/>
            <a:chOff x="2054880" y="8714880"/>
            <a:chExt cx="3771720" cy="377640"/>
          </a:xfrm>
        </p:grpSpPr>
        <p:sp>
          <p:nvSpPr>
            <p:cNvPr id="1427" name="Freeform 21"/>
            <p:cNvSpPr/>
            <p:nvPr/>
          </p:nvSpPr>
          <p:spPr>
            <a:xfrm>
              <a:off x="2054880" y="8736480"/>
              <a:ext cx="3771720" cy="356040"/>
            </a:xfrm>
            <a:custGeom>
              <a:avLst/>
              <a:gdLst/>
              <a:ahLst/>
              <a:rect l="l" t="t" r="r" b="b"/>
              <a:pathLst>
                <a:path w="5029200" h="475200">
                  <a:moveTo>
                    <a:pt x="0" y="0"/>
                  </a:moveTo>
                  <a:lnTo>
                    <a:pt x="5029200" y="0"/>
                  </a:lnTo>
                  <a:lnTo>
                    <a:pt x="5029200" y="475200"/>
                  </a:lnTo>
                  <a:lnTo>
                    <a:pt x="0" y="47520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28" name="TextBox 22"/>
            <p:cNvSpPr/>
            <p:nvPr/>
          </p:nvSpPr>
          <p:spPr>
            <a:xfrm>
              <a:off x="2054880" y="8714880"/>
              <a:ext cx="3771720" cy="37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CategoryDetailScreen.kt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429" name="Group 23"/>
          <p:cNvGrpSpPr/>
          <p:nvPr/>
        </p:nvGrpSpPr>
        <p:grpSpPr>
          <a:xfrm>
            <a:off x="2054880" y="9044280"/>
            <a:ext cx="3771720" cy="322920"/>
            <a:chOff x="2054880" y="9044280"/>
            <a:chExt cx="3771720" cy="322920"/>
          </a:xfrm>
        </p:grpSpPr>
        <p:sp>
          <p:nvSpPr>
            <p:cNvPr id="1430" name="Freeform 24"/>
            <p:cNvSpPr/>
            <p:nvPr/>
          </p:nvSpPr>
          <p:spPr>
            <a:xfrm>
              <a:off x="2054880" y="9065520"/>
              <a:ext cx="3771720" cy="301680"/>
            </a:xfrm>
            <a:custGeom>
              <a:avLst/>
              <a:gdLst/>
              <a:ahLst/>
              <a:rect l="l" t="t" r="r" b="b"/>
              <a:pathLst>
                <a:path w="5029200" h="402600">
                  <a:moveTo>
                    <a:pt x="0" y="0"/>
                  </a:moveTo>
                  <a:lnTo>
                    <a:pt x="5029200" y="0"/>
                  </a:lnTo>
                  <a:lnTo>
                    <a:pt x="5029200" y="402600"/>
                  </a:lnTo>
                  <a:lnTo>
                    <a:pt x="0" y="4026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31" name="TextBox 25"/>
            <p:cNvSpPr/>
            <p:nvPr/>
          </p:nvSpPr>
          <p:spPr>
            <a:xfrm>
              <a:off x="2054880" y="9044280"/>
              <a:ext cx="37717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531"/>
                </a:lnSpc>
                <a:buNone/>
              </a:pPr>
              <a:r>
                <a:rPr b="0" lang="en-US" sz="128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Đi từ Dashboard → chọn danh mục</a:t>
              </a:r>
              <a:endParaRPr b="0" lang="vi-VN" sz="1280" spc="-1" strike="noStrike">
                <a:latin typeface="Noto Sans CJK SC"/>
              </a:endParaRPr>
            </a:p>
          </p:txBody>
        </p:sp>
      </p:grpSp>
      <p:grpSp>
        <p:nvGrpSpPr>
          <p:cNvPr id="1432" name="Group 26"/>
          <p:cNvGrpSpPr/>
          <p:nvPr/>
        </p:nvGrpSpPr>
        <p:grpSpPr>
          <a:xfrm>
            <a:off x="933120" y="2338200"/>
            <a:ext cx="2590920" cy="5999400"/>
            <a:chOff x="933120" y="2338200"/>
            <a:chExt cx="2590920" cy="5999400"/>
          </a:xfrm>
        </p:grpSpPr>
        <p:sp>
          <p:nvSpPr>
            <p:cNvPr id="1433" name="Freeform 27"/>
            <p:cNvSpPr/>
            <p:nvPr/>
          </p:nvSpPr>
          <p:spPr>
            <a:xfrm>
              <a:off x="933120" y="2338200"/>
              <a:ext cx="2590920" cy="5999400"/>
            </a:xfrm>
            <a:custGeom>
              <a:avLst/>
              <a:gdLst/>
              <a:ahLst/>
              <a:rect l="l" t="t" r="r" b="b"/>
              <a:pathLst>
                <a:path w="3454908" h="7999857">
                  <a:moveTo>
                    <a:pt x="0" y="0"/>
                  </a:moveTo>
                  <a:lnTo>
                    <a:pt x="3454908" y="0"/>
                  </a:lnTo>
                  <a:lnTo>
                    <a:pt x="3454908" y="7999857"/>
                  </a:lnTo>
                  <a:lnTo>
                    <a:pt x="0" y="799985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34" name="Group 28"/>
          <p:cNvGrpSpPr/>
          <p:nvPr/>
        </p:nvGrpSpPr>
        <p:grpSpPr>
          <a:xfrm>
            <a:off x="1844640" y="2193840"/>
            <a:ext cx="767880" cy="301680"/>
            <a:chOff x="1844640" y="2193840"/>
            <a:chExt cx="767880" cy="301680"/>
          </a:xfrm>
        </p:grpSpPr>
        <p:sp>
          <p:nvSpPr>
            <p:cNvPr id="1435" name="Freeform 29"/>
            <p:cNvSpPr/>
            <p:nvPr/>
          </p:nvSpPr>
          <p:spPr>
            <a:xfrm>
              <a:off x="1844640" y="2193840"/>
              <a:ext cx="767880" cy="301680"/>
            </a:xfrm>
            <a:custGeom>
              <a:avLst/>
              <a:gdLst/>
              <a:ahLst/>
              <a:rect l="l" t="t" r="r" b="b"/>
              <a:pathLst>
                <a:path w="1024255" h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822960" y="0"/>
                  </a:lnTo>
                  <a:cubicBezTo>
                    <a:pt x="934085" y="0"/>
                    <a:pt x="1024255" y="90170"/>
                    <a:pt x="1024255" y="201295"/>
                  </a:cubicBezTo>
                  <a:cubicBezTo>
                    <a:pt x="1024255" y="312420"/>
                    <a:pt x="934085" y="402590"/>
                    <a:pt x="822960" y="402590"/>
                  </a:cubicBezTo>
                  <a:lnTo>
                    <a:pt x="201295" y="402590"/>
                  </a:lnTo>
                  <a:cubicBezTo>
                    <a:pt x="90170" y="402590"/>
                    <a:pt x="0" y="312420"/>
                    <a:pt x="0" y="201295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36" name="Group 30"/>
          <p:cNvGrpSpPr/>
          <p:nvPr/>
        </p:nvGrpSpPr>
        <p:grpSpPr>
          <a:xfrm>
            <a:off x="4070880" y="2136960"/>
            <a:ext cx="2967480" cy="6401520"/>
            <a:chOff x="4070880" y="2136960"/>
            <a:chExt cx="2967480" cy="6401520"/>
          </a:xfrm>
        </p:grpSpPr>
        <p:sp>
          <p:nvSpPr>
            <p:cNvPr id="1437" name="Freeform 31"/>
            <p:cNvSpPr/>
            <p:nvPr/>
          </p:nvSpPr>
          <p:spPr>
            <a:xfrm>
              <a:off x="4070880" y="2136960"/>
              <a:ext cx="2967480" cy="6401520"/>
            </a:xfrm>
            <a:custGeom>
              <a:avLst/>
              <a:gdLst/>
              <a:ahLst/>
              <a:rect l="l" t="t" r="r" b="b"/>
              <a:pathLst>
                <a:path w="3957320" h="8535924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38" name="Group 32"/>
          <p:cNvGrpSpPr/>
          <p:nvPr/>
        </p:nvGrpSpPr>
        <p:grpSpPr>
          <a:xfrm>
            <a:off x="4254120" y="2338200"/>
            <a:ext cx="2590920" cy="5999400"/>
            <a:chOff x="4254120" y="2338200"/>
            <a:chExt cx="2590920" cy="5999400"/>
          </a:xfrm>
        </p:grpSpPr>
        <p:sp>
          <p:nvSpPr>
            <p:cNvPr id="1439" name="Freeform 33"/>
            <p:cNvSpPr/>
            <p:nvPr/>
          </p:nvSpPr>
          <p:spPr>
            <a:xfrm>
              <a:off x="4254120" y="2338200"/>
              <a:ext cx="2590920" cy="5999400"/>
            </a:xfrm>
            <a:custGeom>
              <a:avLst/>
              <a:gdLst/>
              <a:ahLst/>
              <a:rect l="l" t="t" r="r" b="b"/>
              <a:pathLst>
                <a:path w="3454908" h="7999857">
                  <a:moveTo>
                    <a:pt x="0" y="0"/>
                  </a:moveTo>
                  <a:lnTo>
                    <a:pt x="3454908" y="0"/>
                  </a:lnTo>
                  <a:lnTo>
                    <a:pt x="3454908" y="7999857"/>
                  </a:lnTo>
                  <a:lnTo>
                    <a:pt x="0" y="7999857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40" name="Group 34"/>
          <p:cNvGrpSpPr/>
          <p:nvPr/>
        </p:nvGrpSpPr>
        <p:grpSpPr>
          <a:xfrm>
            <a:off x="5171040" y="2193840"/>
            <a:ext cx="767880" cy="301680"/>
            <a:chOff x="5171040" y="2193840"/>
            <a:chExt cx="767880" cy="301680"/>
          </a:xfrm>
        </p:grpSpPr>
        <p:sp>
          <p:nvSpPr>
            <p:cNvPr id="1441" name="Freeform 35"/>
            <p:cNvSpPr/>
            <p:nvPr/>
          </p:nvSpPr>
          <p:spPr>
            <a:xfrm>
              <a:off x="5171040" y="2193840"/>
              <a:ext cx="767880" cy="301680"/>
            </a:xfrm>
            <a:custGeom>
              <a:avLst/>
              <a:gdLst/>
              <a:ahLst/>
              <a:rect l="l" t="t" r="r" b="b"/>
              <a:pathLst>
                <a:path w="1024255" h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822960" y="0"/>
                  </a:lnTo>
                  <a:cubicBezTo>
                    <a:pt x="934085" y="0"/>
                    <a:pt x="1024255" y="90170"/>
                    <a:pt x="1024255" y="201295"/>
                  </a:cubicBezTo>
                  <a:cubicBezTo>
                    <a:pt x="1024255" y="312420"/>
                    <a:pt x="934085" y="402590"/>
                    <a:pt x="822960" y="402590"/>
                  </a:cubicBezTo>
                  <a:lnTo>
                    <a:pt x="201295" y="402590"/>
                  </a:lnTo>
                  <a:cubicBezTo>
                    <a:pt x="90170" y="402590"/>
                    <a:pt x="0" y="312420"/>
                    <a:pt x="0" y="201295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42" name="TextBox 36"/>
          <p:cNvSpPr/>
          <p:nvPr/>
        </p:nvSpPr>
        <p:spPr>
          <a:xfrm>
            <a:off x="8684640" y="3228480"/>
            <a:ext cx="7784640" cy="3679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42000" indent="-171000">
              <a:lnSpc>
                <a:spcPts val="2897"/>
              </a:lnSpc>
              <a:buFont typeface="Arial"/>
              <a:buChar char="•"/>
            </a:pPr>
            <a:r>
              <a:rPr b="0" lang="en-US" sz="2100" spc="-1" strike="noStrike">
                <a:solidFill>
                  <a:srgbClr val="3f3d56"/>
                </a:solidFill>
                <a:latin typeface="Calibri (MS)"/>
                <a:ea typeface="Calibri (MS)"/>
              </a:rPr>
              <a:t>Thanh danh mục cuộn ngang, hiển thị đúng các danh mục người dùng đã tạo trong Cài đặt</a:t>
            </a:r>
            <a:endParaRPr b="0" lang="vi-VN" sz="2100" spc="-1" strike="noStrike">
              <a:latin typeface="Noto Sans CJK SC"/>
            </a:endParaRPr>
          </a:p>
          <a:p>
            <a:pPr lvl="1" marL="342000" indent="-171000">
              <a:lnSpc>
                <a:spcPts val="2897"/>
              </a:lnSpc>
              <a:buFont typeface="Arial"/>
              <a:buChar char="•"/>
            </a:pPr>
            <a:r>
              <a:rPr b="0" lang="en-US" sz="2100" spc="-1" strike="noStrike">
                <a:solidFill>
                  <a:srgbClr val="3f3d56"/>
                </a:solidFill>
                <a:latin typeface="Calibri (MS)"/>
                <a:ea typeface="Calibri (MS)"/>
              </a:rPr>
              <a:t>Tỉ lệ hoàn thành nổi bật kèm biểu đồ cột theo từng ngày trong tuần</a:t>
            </a:r>
            <a:endParaRPr b="0" lang="vi-VN" sz="2100" spc="-1" strike="noStrike">
              <a:latin typeface="Noto Sans CJK SC"/>
            </a:endParaRPr>
          </a:p>
          <a:p>
            <a:pPr lvl="1" marL="342000" indent="-171000">
              <a:lnSpc>
                <a:spcPts val="2897"/>
              </a:lnSpc>
              <a:buFont typeface="Arial"/>
              <a:buChar char="•"/>
            </a:pPr>
            <a:r>
              <a:rPr b="0" lang="en-US" sz="2100" spc="-1" strike="noStrike">
                <a:solidFill>
                  <a:srgbClr val="3f3d56"/>
                </a:solidFill>
                <a:latin typeface="Calibri (MS)"/>
                <a:ea typeface="Calibri (MS)"/>
              </a:rPr>
              <a:t>So sánh Tuần này / Tuần trước bằng thanh ngang và mũi tên xu hướng ↑ / ↓</a:t>
            </a:r>
            <a:endParaRPr b="0" lang="vi-VN" sz="2100" spc="-1" strike="noStrike">
              <a:latin typeface="Noto Sans CJK SC"/>
            </a:endParaRPr>
          </a:p>
          <a:p>
            <a:pPr lvl="1" marL="342000" indent="-171000">
              <a:lnSpc>
                <a:spcPts val="2897"/>
              </a:lnSpc>
              <a:buFont typeface="Arial"/>
              <a:buChar char="•"/>
            </a:pPr>
            <a:r>
              <a:rPr b="0" lang="en-US" sz="2100" spc="-1" strike="noStrike">
                <a:solidFill>
                  <a:srgbClr val="3f3d56"/>
                </a:solidFill>
                <a:latin typeface="Calibri (MS)"/>
                <a:ea typeface="Calibri (MS)"/>
              </a:rPr>
              <a:t>Biểu đồ donut phân bổ công việc theo khung giờ trong ngày (sáng / chiều / tối)</a:t>
            </a:r>
            <a:endParaRPr b="0" lang="vi-VN" sz="2100" spc="-1" strike="noStrike">
              <a:latin typeface="Noto Sans CJK SC"/>
            </a:endParaRPr>
          </a:p>
          <a:p>
            <a:pPr lvl="1" marL="342000" indent="-171000">
              <a:lnSpc>
                <a:spcPts val="2897"/>
              </a:lnSpc>
              <a:buFont typeface="Arial"/>
              <a:buChar char="•"/>
            </a:pPr>
            <a:r>
              <a:rPr b="0" lang="en-US" sz="2100" spc="-1" strike="noStrike">
                <a:solidFill>
                  <a:srgbClr val="3f3d56"/>
                </a:solidFill>
                <a:latin typeface="Calibri (MS)"/>
                <a:ea typeface="Calibri (MS)"/>
              </a:rPr>
              <a:t>Danh sách nhiệm vụ nổi bật và đường xu hướng hoàn thành 4 tuần gần nhất</a:t>
            </a:r>
            <a:endParaRPr b="0" lang="vi-VN" sz="2100" spc="-1" strike="noStrike">
              <a:latin typeface="Noto Sans CJK SC"/>
            </a:endParaRPr>
          </a:p>
        </p:txBody>
      </p:sp>
    </p:spTree>
  </p:cSld>
  <p:transition>
    <p:wipe dir="l"/>
  </p:transition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3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444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45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446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47" name="Group 6"/>
          <p:cNvGrpSpPr/>
          <p:nvPr/>
        </p:nvGrpSpPr>
        <p:grpSpPr>
          <a:xfrm>
            <a:off x="1879200" y="602280"/>
            <a:ext cx="10972440" cy="412200"/>
            <a:chOff x="1879200" y="602280"/>
            <a:chExt cx="10972440" cy="412200"/>
          </a:xfrm>
        </p:grpSpPr>
        <p:sp>
          <p:nvSpPr>
            <p:cNvPr id="1448" name="Freeform 7"/>
            <p:cNvSpPr/>
            <p:nvPr/>
          </p:nvSpPr>
          <p:spPr>
            <a:xfrm>
              <a:off x="1879200" y="631080"/>
              <a:ext cx="10972440" cy="383400"/>
            </a:xfrm>
            <a:custGeom>
              <a:avLst/>
              <a:gdLst/>
              <a:ahLst/>
              <a:rect l="l" t="t" r="r" b="b"/>
              <a:pathLst>
                <a:path w="14630400" h="5118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49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450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451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2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2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AI Thống kê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453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454" name="Freeform 13"/>
            <p:cNvSpPr/>
            <p:nvPr/>
          </p:nvSpPr>
          <p:spPr>
            <a:xfrm>
              <a:off x="754560" y="9765720"/>
              <a:ext cx="9600840" cy="383400"/>
            </a:xfrm>
            <a:custGeom>
              <a:avLst/>
              <a:gdLst/>
              <a:ahLst/>
              <a:rect l="l" t="t" r="r" b="b"/>
              <a:pathLst>
                <a:path w="12801600" h="5118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5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456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457" name="Freeform 16"/>
            <p:cNvSpPr/>
            <p:nvPr/>
          </p:nvSpPr>
          <p:spPr>
            <a:xfrm>
              <a:off x="16710120" y="9765720"/>
              <a:ext cx="822600" cy="383400"/>
            </a:xfrm>
            <a:custGeom>
              <a:avLst/>
              <a:gdLst/>
              <a:ahLst/>
              <a:rect l="l" t="t" r="r" b="b"/>
              <a:pathLst>
                <a:path w="1097400" h="5118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58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19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459" name="Group 18"/>
          <p:cNvGrpSpPr/>
          <p:nvPr/>
        </p:nvGrpSpPr>
        <p:grpSpPr>
          <a:xfrm>
            <a:off x="744840" y="2116440"/>
            <a:ext cx="2967480" cy="6401520"/>
            <a:chOff x="744840" y="2116440"/>
            <a:chExt cx="2967480" cy="6401520"/>
          </a:xfrm>
        </p:grpSpPr>
        <p:sp>
          <p:nvSpPr>
            <p:cNvPr id="1460" name="Freeform 19"/>
            <p:cNvSpPr/>
            <p:nvPr/>
          </p:nvSpPr>
          <p:spPr>
            <a:xfrm>
              <a:off x="744840" y="2116440"/>
              <a:ext cx="2967480" cy="6401520"/>
            </a:xfrm>
            <a:custGeom>
              <a:avLst/>
              <a:gdLst/>
              <a:ahLst/>
              <a:rect l="l" t="t" r="r" b="b"/>
              <a:pathLst>
                <a:path w="3957320" h="8535924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61" name="Group 20"/>
          <p:cNvGrpSpPr/>
          <p:nvPr/>
        </p:nvGrpSpPr>
        <p:grpSpPr>
          <a:xfrm>
            <a:off x="4070880" y="2136960"/>
            <a:ext cx="2967480" cy="6401520"/>
            <a:chOff x="4070880" y="2136960"/>
            <a:chExt cx="2967480" cy="6401520"/>
          </a:xfrm>
        </p:grpSpPr>
        <p:sp>
          <p:nvSpPr>
            <p:cNvPr id="1462" name="Freeform 21"/>
            <p:cNvSpPr/>
            <p:nvPr/>
          </p:nvSpPr>
          <p:spPr>
            <a:xfrm>
              <a:off x="4070880" y="2136960"/>
              <a:ext cx="2967480" cy="6401520"/>
            </a:xfrm>
            <a:custGeom>
              <a:avLst/>
              <a:gdLst/>
              <a:ahLst/>
              <a:rect l="l" t="t" r="r" b="b"/>
              <a:pathLst>
                <a:path w="3957320" h="8535924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63" name="Group 22"/>
          <p:cNvGrpSpPr/>
          <p:nvPr/>
        </p:nvGrpSpPr>
        <p:grpSpPr>
          <a:xfrm>
            <a:off x="4291200" y="2364840"/>
            <a:ext cx="2527200" cy="6019560"/>
            <a:chOff x="4291200" y="2364840"/>
            <a:chExt cx="2527200" cy="6019560"/>
          </a:xfrm>
        </p:grpSpPr>
        <p:sp>
          <p:nvSpPr>
            <p:cNvPr id="1464" name="Freeform 23"/>
            <p:cNvSpPr/>
            <p:nvPr/>
          </p:nvSpPr>
          <p:spPr>
            <a:xfrm>
              <a:off x="4291200" y="2364840"/>
              <a:ext cx="2527200" cy="6019560"/>
            </a:xfrm>
            <a:custGeom>
              <a:avLst/>
              <a:gdLst/>
              <a:ahLst/>
              <a:rect l="l" t="t" r="r" b="b"/>
              <a:pathLst>
                <a:path w="3370199" h="8026400">
                  <a:moveTo>
                    <a:pt x="0" y="0"/>
                  </a:moveTo>
                  <a:lnTo>
                    <a:pt x="3370199" y="0"/>
                  </a:lnTo>
                  <a:lnTo>
                    <a:pt x="3370199" y="8026400"/>
                  </a:lnTo>
                  <a:lnTo>
                    <a:pt x="0" y="8026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65" name="Group 24"/>
          <p:cNvGrpSpPr/>
          <p:nvPr/>
        </p:nvGrpSpPr>
        <p:grpSpPr>
          <a:xfrm>
            <a:off x="5171040" y="2193840"/>
            <a:ext cx="767880" cy="229680"/>
            <a:chOff x="5171040" y="2193840"/>
            <a:chExt cx="767880" cy="229680"/>
          </a:xfrm>
        </p:grpSpPr>
        <p:sp>
          <p:nvSpPr>
            <p:cNvPr id="1466" name="Freeform 25"/>
            <p:cNvSpPr/>
            <p:nvPr/>
          </p:nvSpPr>
          <p:spPr>
            <a:xfrm>
              <a:off x="5171040" y="2193840"/>
              <a:ext cx="767880" cy="229680"/>
            </a:xfrm>
            <a:custGeom>
              <a:avLst/>
              <a:gdLst/>
              <a:ahLst/>
              <a:rect l="l" t="t" r="r" b="b"/>
              <a:pathLst>
                <a:path w="1024128" h="306578">
                  <a:moveTo>
                    <a:pt x="0" y="153289"/>
                  </a:moveTo>
                  <a:cubicBezTo>
                    <a:pt x="0" y="68580"/>
                    <a:pt x="68580" y="0"/>
                    <a:pt x="153289" y="0"/>
                  </a:cubicBezTo>
                  <a:lnTo>
                    <a:pt x="870839" y="0"/>
                  </a:lnTo>
                  <a:cubicBezTo>
                    <a:pt x="955548" y="0"/>
                    <a:pt x="1024128" y="68580"/>
                    <a:pt x="1024128" y="153289"/>
                  </a:cubicBezTo>
                  <a:cubicBezTo>
                    <a:pt x="1024128" y="237998"/>
                    <a:pt x="955548" y="306578"/>
                    <a:pt x="870839" y="306578"/>
                  </a:cubicBezTo>
                  <a:lnTo>
                    <a:pt x="153289" y="306578"/>
                  </a:lnTo>
                  <a:cubicBezTo>
                    <a:pt x="68580" y="306578"/>
                    <a:pt x="0" y="237998"/>
                    <a:pt x="0" y="153289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67" name="Group 26"/>
          <p:cNvGrpSpPr/>
          <p:nvPr/>
        </p:nvGrpSpPr>
        <p:grpSpPr>
          <a:xfrm>
            <a:off x="960120" y="2327400"/>
            <a:ext cx="2527200" cy="6019560"/>
            <a:chOff x="960120" y="2327400"/>
            <a:chExt cx="2527200" cy="6019560"/>
          </a:xfrm>
        </p:grpSpPr>
        <p:sp>
          <p:nvSpPr>
            <p:cNvPr id="1468" name="Freeform 27"/>
            <p:cNvSpPr/>
            <p:nvPr/>
          </p:nvSpPr>
          <p:spPr>
            <a:xfrm>
              <a:off x="960120" y="2327400"/>
              <a:ext cx="2527200" cy="6019560"/>
            </a:xfrm>
            <a:custGeom>
              <a:avLst/>
              <a:gdLst/>
              <a:ahLst/>
              <a:rect l="l" t="t" r="r" b="b"/>
              <a:pathLst>
                <a:path w="3370199" h="8026400">
                  <a:moveTo>
                    <a:pt x="0" y="0"/>
                  </a:moveTo>
                  <a:lnTo>
                    <a:pt x="3370199" y="0"/>
                  </a:lnTo>
                  <a:lnTo>
                    <a:pt x="3370199" y="8026400"/>
                  </a:lnTo>
                  <a:lnTo>
                    <a:pt x="0" y="802640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69" name="Group 28"/>
          <p:cNvGrpSpPr/>
          <p:nvPr/>
        </p:nvGrpSpPr>
        <p:grpSpPr>
          <a:xfrm>
            <a:off x="1844640" y="2193840"/>
            <a:ext cx="767880" cy="170640"/>
            <a:chOff x="1844640" y="2193840"/>
            <a:chExt cx="767880" cy="170640"/>
          </a:xfrm>
        </p:grpSpPr>
        <p:sp>
          <p:nvSpPr>
            <p:cNvPr id="1470" name="Freeform 29"/>
            <p:cNvSpPr/>
            <p:nvPr/>
          </p:nvSpPr>
          <p:spPr>
            <a:xfrm>
              <a:off x="1844640" y="2193840"/>
              <a:ext cx="767880" cy="170640"/>
            </a:xfrm>
            <a:custGeom>
              <a:avLst/>
              <a:gdLst/>
              <a:ahLst/>
              <a:rect l="l" t="t" r="r" b="b"/>
              <a:pathLst>
                <a:path w="1024255" h="228092">
                  <a:moveTo>
                    <a:pt x="0" y="114046"/>
                  </a:moveTo>
                  <a:cubicBezTo>
                    <a:pt x="0" y="51054"/>
                    <a:pt x="51054" y="0"/>
                    <a:pt x="114046" y="0"/>
                  </a:cubicBezTo>
                  <a:lnTo>
                    <a:pt x="910209" y="0"/>
                  </a:lnTo>
                  <a:cubicBezTo>
                    <a:pt x="973201" y="0"/>
                    <a:pt x="1024255" y="51054"/>
                    <a:pt x="1024255" y="114046"/>
                  </a:cubicBezTo>
                  <a:cubicBezTo>
                    <a:pt x="1024255" y="177038"/>
                    <a:pt x="973201" y="228092"/>
                    <a:pt x="910209" y="228092"/>
                  </a:cubicBezTo>
                  <a:lnTo>
                    <a:pt x="114046" y="228092"/>
                  </a:lnTo>
                  <a:cubicBezTo>
                    <a:pt x="51054" y="227965"/>
                    <a:pt x="0" y="176911"/>
                    <a:pt x="0" y="114046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471" name="TextBox 30"/>
          <p:cNvSpPr/>
          <p:nvPr/>
        </p:nvSpPr>
        <p:spPr>
          <a:xfrm>
            <a:off x="9000720" y="2374920"/>
            <a:ext cx="7611840" cy="4273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Banner “AI phân tích tuần này” tóm tắt 2–3 câu về tỉ lệ hoàn thành, so sánh với tuần trước, sinh bởi Gemini kèm bản dự phòng rule-based khi mất mạng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Thẻ Điểm mạnh và Cần cải thiện liệt kê các nhận xét cụ thể, tính từ dữ liệu Room qua AnalyticsEngine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Mẫu hình &amp; thói quen: ngày và khung giờ hiệu quả nhất / kém hiệu quả nhất trong tuần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Gợi ý cho tuần tới: danh sách hành động đánh số, ngôn ngữ tự nhiên, mang tính động viên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Mục tiêu đề xuất kèm nút “Thêm vào lịch” để tạo nhanh sự kiện mới cho tuần sau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Nút làm mới gọi lại Gemini theo dữ liệu tuần hiện tại, có trạng thái tải riêng biệt</a:t>
            </a:r>
            <a:endParaRPr b="0" lang="vi-VN" sz="1870" spc="-1" strike="noStrike">
              <a:latin typeface="Noto Sans CJK SC"/>
            </a:endParaRPr>
          </a:p>
        </p:txBody>
      </p:sp>
      <p:grpSp>
        <p:nvGrpSpPr>
          <p:cNvPr id="1472" name="Group 31"/>
          <p:cNvGrpSpPr/>
          <p:nvPr/>
        </p:nvGrpSpPr>
        <p:grpSpPr>
          <a:xfrm>
            <a:off x="1965960" y="8745480"/>
            <a:ext cx="3771720" cy="432360"/>
            <a:chOff x="1965960" y="8745480"/>
            <a:chExt cx="3771720" cy="432360"/>
          </a:xfrm>
        </p:grpSpPr>
        <p:sp>
          <p:nvSpPr>
            <p:cNvPr id="1473" name="Freeform 32"/>
            <p:cNvSpPr/>
            <p:nvPr/>
          </p:nvSpPr>
          <p:spPr>
            <a:xfrm>
              <a:off x="1965960" y="8766720"/>
              <a:ext cx="3771720" cy="410760"/>
            </a:xfrm>
            <a:custGeom>
              <a:avLst/>
              <a:gdLst/>
              <a:ahLst/>
              <a:rect l="l" t="t" r="r" b="b"/>
              <a:pathLst>
                <a:path w="5029200" h="548400">
                  <a:moveTo>
                    <a:pt x="0" y="0"/>
                  </a:moveTo>
                  <a:lnTo>
                    <a:pt x="5029200" y="0"/>
                  </a:lnTo>
                  <a:lnTo>
                    <a:pt x="5029200" y="548400"/>
                  </a:lnTo>
                  <a:lnTo>
                    <a:pt x="0" y="54840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4" name="TextBox 33"/>
            <p:cNvSpPr/>
            <p:nvPr/>
          </p:nvSpPr>
          <p:spPr>
            <a:xfrm>
              <a:off x="1965960" y="8745480"/>
              <a:ext cx="3771720" cy="43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AIWeeklyReviewScreen.kt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475" name="Group 34"/>
          <p:cNvGrpSpPr/>
          <p:nvPr/>
        </p:nvGrpSpPr>
        <p:grpSpPr>
          <a:xfrm>
            <a:off x="1965960" y="9156960"/>
            <a:ext cx="3771720" cy="350640"/>
            <a:chOff x="1965960" y="9156960"/>
            <a:chExt cx="3771720" cy="350640"/>
          </a:xfrm>
        </p:grpSpPr>
        <p:sp>
          <p:nvSpPr>
            <p:cNvPr id="1476" name="Freeform 35"/>
            <p:cNvSpPr/>
            <p:nvPr/>
          </p:nvSpPr>
          <p:spPr>
            <a:xfrm>
              <a:off x="1965960" y="9178200"/>
              <a:ext cx="3771720" cy="329040"/>
            </a:xfrm>
            <a:custGeom>
              <a:avLst/>
              <a:gdLst/>
              <a:ahLst/>
              <a:rect l="l" t="t" r="r" b="b"/>
              <a:pathLst>
                <a:path w="5029200" h="439200">
                  <a:moveTo>
                    <a:pt x="0" y="0"/>
                  </a:moveTo>
                  <a:lnTo>
                    <a:pt x="5029200" y="0"/>
                  </a:lnTo>
                  <a:lnTo>
                    <a:pt x="5029200" y="439200"/>
                  </a:lnTo>
                  <a:lnTo>
                    <a:pt x="0" y="4392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77" name="TextBox 36"/>
            <p:cNvSpPr/>
            <p:nvPr/>
          </p:nvSpPr>
          <p:spPr>
            <a:xfrm>
              <a:off x="1965960" y="9156960"/>
              <a:ext cx="377172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531"/>
                </a:lnSpc>
                <a:buNone/>
              </a:pPr>
              <a:r>
                <a:rPr b="0" i="1" lang="en-US" sz="128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Thẻ Thống kê → Banner AI</a:t>
              </a:r>
              <a:endParaRPr b="0" lang="vi-VN" sz="1280" spc="-1" strike="noStrike">
                <a:latin typeface="Noto Sans CJK SC"/>
              </a:endParaRPr>
            </a:p>
          </p:txBody>
        </p:sp>
      </p:grpSp>
    </p:spTree>
  </p:cSld>
  <p:transition>
    <p:wipe dir="l"/>
  </p:transition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78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479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983" h="1133983">
                  <a:moveTo>
                    <a:pt x="0" y="567055"/>
                  </a:moveTo>
                  <a:cubicBezTo>
                    <a:pt x="0" y="253873"/>
                    <a:pt x="253873" y="0"/>
                    <a:pt x="567055" y="0"/>
                  </a:cubicBezTo>
                  <a:cubicBezTo>
                    <a:pt x="880237" y="0"/>
                    <a:pt x="1133983" y="253873"/>
                    <a:pt x="1133983" y="567055"/>
                  </a:cubicBezTo>
                  <a:cubicBezTo>
                    <a:pt x="1133983" y="880237"/>
                    <a:pt x="880110" y="1133983"/>
                    <a:pt x="567055" y="1133983"/>
                  </a:cubicBezTo>
                  <a:cubicBezTo>
                    <a:pt x="254000" y="1133983"/>
                    <a:pt x="0" y="880110"/>
                    <a:pt x="0" y="567055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80" name="Group 4"/>
          <p:cNvGrpSpPr/>
          <p:nvPr/>
        </p:nvGrpSpPr>
        <p:grpSpPr>
          <a:xfrm>
            <a:off x="973800" y="905400"/>
            <a:ext cx="438480" cy="438480"/>
            <a:chOff x="973800" y="905400"/>
            <a:chExt cx="438480" cy="438480"/>
          </a:xfrm>
        </p:grpSpPr>
        <p:sp>
          <p:nvSpPr>
            <p:cNvPr id="1481" name="Freeform 5"/>
            <p:cNvSpPr/>
            <p:nvPr/>
          </p:nvSpPr>
          <p:spPr>
            <a:xfrm>
              <a:off x="973800" y="90540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82" name="Group 6"/>
          <p:cNvGrpSpPr/>
          <p:nvPr/>
        </p:nvGrpSpPr>
        <p:grpSpPr>
          <a:xfrm>
            <a:off x="1879200" y="602280"/>
            <a:ext cx="10972440" cy="412200"/>
            <a:chOff x="1879200" y="602280"/>
            <a:chExt cx="10972440" cy="412200"/>
          </a:xfrm>
        </p:grpSpPr>
        <p:sp>
          <p:nvSpPr>
            <p:cNvPr id="1483" name="Freeform 7"/>
            <p:cNvSpPr/>
            <p:nvPr/>
          </p:nvSpPr>
          <p:spPr>
            <a:xfrm>
              <a:off x="1879200" y="631080"/>
              <a:ext cx="10972440" cy="383400"/>
            </a:xfrm>
            <a:custGeom>
              <a:avLst/>
              <a:gdLst/>
              <a:ahLst/>
              <a:rect l="l" t="t" r="r" b="b"/>
              <a:pathLst>
                <a:path w="14630400" h="511800">
                  <a:moveTo>
                    <a:pt x="0" y="0"/>
                  </a:moveTo>
                  <a:lnTo>
                    <a:pt x="14630400" y="0"/>
                  </a:lnTo>
                  <a:lnTo>
                    <a:pt x="14630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4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485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486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200">
                  <a:moveTo>
                    <a:pt x="0" y="0"/>
                  </a:moveTo>
                  <a:lnTo>
                    <a:pt x="19202400" y="0"/>
                  </a:lnTo>
                  <a:lnTo>
                    <a:pt x="19202400" y="1024200"/>
                  </a:lnTo>
                  <a:lnTo>
                    <a:pt x="0" y="102420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87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Trò chuyện đào sâu cùng AI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488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489" name="Freeform 13"/>
            <p:cNvSpPr/>
            <p:nvPr/>
          </p:nvSpPr>
          <p:spPr>
            <a:xfrm>
              <a:off x="754560" y="9765720"/>
              <a:ext cx="9600840" cy="383400"/>
            </a:xfrm>
            <a:custGeom>
              <a:avLst/>
              <a:gdLst/>
              <a:ahLst/>
              <a:rect l="l" t="t" r="r" b="b"/>
              <a:pathLst>
                <a:path w="12801600" h="511800">
                  <a:moveTo>
                    <a:pt x="0" y="0"/>
                  </a:moveTo>
                  <a:lnTo>
                    <a:pt x="12801600" y="0"/>
                  </a:lnTo>
                  <a:lnTo>
                    <a:pt x="128016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0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491" name="Group 15"/>
          <p:cNvGrpSpPr/>
          <p:nvPr/>
        </p:nvGrpSpPr>
        <p:grpSpPr>
          <a:xfrm>
            <a:off x="16157520" y="9744480"/>
            <a:ext cx="822600" cy="405000"/>
            <a:chOff x="16157520" y="9744480"/>
            <a:chExt cx="822600" cy="405000"/>
          </a:xfrm>
        </p:grpSpPr>
        <p:sp>
          <p:nvSpPr>
            <p:cNvPr id="1492" name="Freeform 16"/>
            <p:cNvSpPr/>
            <p:nvPr/>
          </p:nvSpPr>
          <p:spPr>
            <a:xfrm>
              <a:off x="16157520" y="9765720"/>
              <a:ext cx="822600" cy="383400"/>
            </a:xfrm>
            <a:custGeom>
              <a:avLst/>
              <a:gdLst/>
              <a:ahLst/>
              <a:rect l="l" t="t" r="r" b="b"/>
              <a:pathLst>
                <a:path w="1097400" h="511800">
                  <a:moveTo>
                    <a:pt x="0" y="0"/>
                  </a:moveTo>
                  <a:lnTo>
                    <a:pt x="1097400" y="0"/>
                  </a:lnTo>
                  <a:lnTo>
                    <a:pt x="1097400" y="511800"/>
                  </a:lnTo>
                  <a:lnTo>
                    <a:pt x="0" y="511800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493" name="TextBox 17"/>
            <p:cNvSpPr/>
            <p:nvPr/>
          </p:nvSpPr>
          <p:spPr>
            <a:xfrm>
              <a:off x="161575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20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494" name="Group 18"/>
          <p:cNvGrpSpPr/>
          <p:nvPr/>
        </p:nvGrpSpPr>
        <p:grpSpPr>
          <a:xfrm>
            <a:off x="1472760" y="2101680"/>
            <a:ext cx="3266280" cy="6564960"/>
            <a:chOff x="1472760" y="2101680"/>
            <a:chExt cx="3266280" cy="6564960"/>
          </a:xfrm>
        </p:grpSpPr>
        <p:sp>
          <p:nvSpPr>
            <p:cNvPr id="1495" name="Freeform 19"/>
            <p:cNvSpPr/>
            <p:nvPr/>
          </p:nvSpPr>
          <p:spPr>
            <a:xfrm>
              <a:off x="1472760" y="2101680"/>
              <a:ext cx="3266280" cy="6564960"/>
            </a:xfrm>
            <a:custGeom>
              <a:avLst/>
              <a:gdLst/>
              <a:ahLst/>
              <a:rect l="l" t="t" r="r" b="b"/>
              <a:pathLst>
                <a:path w="4355592" h="8753602">
                  <a:moveTo>
                    <a:pt x="0" y="364617"/>
                  </a:moveTo>
                  <a:cubicBezTo>
                    <a:pt x="0" y="163322"/>
                    <a:pt x="163322" y="0"/>
                    <a:pt x="364617" y="0"/>
                  </a:cubicBezTo>
                  <a:lnTo>
                    <a:pt x="3990975" y="0"/>
                  </a:lnTo>
                  <a:cubicBezTo>
                    <a:pt x="4192397" y="0"/>
                    <a:pt x="4355592" y="163322"/>
                    <a:pt x="4355592" y="364617"/>
                  </a:cubicBezTo>
                  <a:lnTo>
                    <a:pt x="4355592" y="8388985"/>
                  </a:lnTo>
                  <a:cubicBezTo>
                    <a:pt x="4355592" y="8590407"/>
                    <a:pt x="4192270" y="8753602"/>
                    <a:pt x="3990975" y="8753602"/>
                  </a:cubicBezTo>
                  <a:lnTo>
                    <a:pt x="364617" y="8753602"/>
                  </a:lnTo>
                  <a:cubicBezTo>
                    <a:pt x="163322" y="8753602"/>
                    <a:pt x="0" y="8590280"/>
                    <a:pt x="0" y="8388985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96" name="Group 20"/>
          <p:cNvGrpSpPr/>
          <p:nvPr/>
        </p:nvGrpSpPr>
        <p:grpSpPr>
          <a:xfrm>
            <a:off x="1844640" y="2277000"/>
            <a:ext cx="767880" cy="122760"/>
            <a:chOff x="1844640" y="2277000"/>
            <a:chExt cx="767880" cy="122760"/>
          </a:xfrm>
        </p:grpSpPr>
        <p:sp>
          <p:nvSpPr>
            <p:cNvPr id="1497" name="Freeform 21"/>
            <p:cNvSpPr/>
            <p:nvPr/>
          </p:nvSpPr>
          <p:spPr>
            <a:xfrm>
              <a:off x="1844640" y="2277000"/>
              <a:ext cx="767880" cy="122760"/>
            </a:xfrm>
            <a:custGeom>
              <a:avLst/>
              <a:gdLst/>
              <a:ahLst/>
              <a:rect l="l" t="t" r="r" b="b"/>
              <a:pathLst>
                <a:path w="1024128" h="164338">
                  <a:moveTo>
                    <a:pt x="0" y="82169"/>
                  </a:moveTo>
                  <a:cubicBezTo>
                    <a:pt x="0" y="36830"/>
                    <a:pt x="36830" y="0"/>
                    <a:pt x="82169" y="0"/>
                  </a:cubicBezTo>
                  <a:lnTo>
                    <a:pt x="941959" y="0"/>
                  </a:lnTo>
                  <a:cubicBezTo>
                    <a:pt x="987298" y="0"/>
                    <a:pt x="1024128" y="36830"/>
                    <a:pt x="1024128" y="82169"/>
                  </a:cubicBezTo>
                  <a:cubicBezTo>
                    <a:pt x="1024128" y="127508"/>
                    <a:pt x="987298" y="164338"/>
                    <a:pt x="941959" y="164338"/>
                  </a:cubicBezTo>
                  <a:lnTo>
                    <a:pt x="82169" y="164338"/>
                  </a:lnTo>
                  <a:cubicBezTo>
                    <a:pt x="36830" y="164338"/>
                    <a:pt x="0" y="127635"/>
                    <a:pt x="0" y="82169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498" name="Group 22"/>
          <p:cNvGrpSpPr/>
          <p:nvPr/>
        </p:nvGrpSpPr>
        <p:grpSpPr>
          <a:xfrm>
            <a:off x="1138320" y="8799120"/>
            <a:ext cx="3771720" cy="432360"/>
            <a:chOff x="1138320" y="8799120"/>
            <a:chExt cx="3771720" cy="432360"/>
          </a:xfrm>
        </p:grpSpPr>
        <p:sp>
          <p:nvSpPr>
            <p:cNvPr id="1499" name="Freeform 23"/>
            <p:cNvSpPr/>
            <p:nvPr/>
          </p:nvSpPr>
          <p:spPr>
            <a:xfrm>
              <a:off x="1138320" y="8820360"/>
              <a:ext cx="3771720" cy="410760"/>
            </a:xfrm>
            <a:custGeom>
              <a:avLst/>
              <a:gdLst/>
              <a:ahLst/>
              <a:rect l="l" t="t" r="r" b="b"/>
              <a:pathLst>
                <a:path w="5029200" h="548400">
                  <a:moveTo>
                    <a:pt x="0" y="0"/>
                  </a:moveTo>
                  <a:lnTo>
                    <a:pt x="5029200" y="0"/>
                  </a:lnTo>
                  <a:lnTo>
                    <a:pt x="5029200" y="548400"/>
                  </a:lnTo>
                  <a:lnTo>
                    <a:pt x="0" y="54840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0" name="TextBox 24"/>
            <p:cNvSpPr/>
            <p:nvPr/>
          </p:nvSpPr>
          <p:spPr>
            <a:xfrm>
              <a:off x="1138320" y="8799120"/>
              <a:ext cx="3771720" cy="432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AIWeeklyReviewViewModel.kt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501" name="Group 25"/>
          <p:cNvGrpSpPr/>
          <p:nvPr/>
        </p:nvGrpSpPr>
        <p:grpSpPr>
          <a:xfrm>
            <a:off x="1138320" y="9210600"/>
            <a:ext cx="3771720" cy="350640"/>
            <a:chOff x="1138320" y="9210600"/>
            <a:chExt cx="3771720" cy="350640"/>
          </a:xfrm>
        </p:grpSpPr>
        <p:sp>
          <p:nvSpPr>
            <p:cNvPr id="1502" name="Freeform 26"/>
            <p:cNvSpPr/>
            <p:nvPr/>
          </p:nvSpPr>
          <p:spPr>
            <a:xfrm>
              <a:off x="1138320" y="9231840"/>
              <a:ext cx="3771720" cy="329040"/>
            </a:xfrm>
            <a:custGeom>
              <a:avLst/>
              <a:gdLst/>
              <a:ahLst/>
              <a:rect l="l" t="t" r="r" b="b"/>
              <a:pathLst>
                <a:path w="5029200" h="439200">
                  <a:moveTo>
                    <a:pt x="0" y="0"/>
                  </a:moveTo>
                  <a:lnTo>
                    <a:pt x="5029200" y="0"/>
                  </a:lnTo>
                  <a:lnTo>
                    <a:pt x="5029200" y="439200"/>
                  </a:lnTo>
                  <a:lnTo>
                    <a:pt x="0" y="4392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03" name="TextBox 27"/>
            <p:cNvSpPr/>
            <p:nvPr/>
          </p:nvSpPr>
          <p:spPr>
            <a:xfrm>
              <a:off x="1138320" y="9210600"/>
              <a:ext cx="3771720" cy="350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531"/>
                </a:lnSpc>
                <a:buNone/>
              </a:pPr>
              <a:r>
                <a:rPr b="0" i="1" lang="en-US" sz="128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askAIQuestion()</a:t>
              </a:r>
              <a:endParaRPr b="0" lang="vi-VN" sz="1280" spc="-1" strike="noStrike">
                <a:latin typeface="Noto Sans CJK SC"/>
              </a:endParaRPr>
            </a:p>
          </p:txBody>
        </p:sp>
      </p:grpSp>
      <p:sp>
        <p:nvSpPr>
          <p:cNvPr id="1504" name="TextBox 28"/>
          <p:cNvSpPr/>
          <p:nvPr/>
        </p:nvSpPr>
        <p:spPr>
          <a:xfrm>
            <a:off x="7349760" y="2529360"/>
            <a:ext cx="8701560" cy="4336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83400" indent="-191520">
              <a:lnSpc>
                <a:spcPts val="3104"/>
              </a:lnSpc>
              <a:buFont typeface="Arial"/>
              <a:buChar char="•"/>
            </a:pPr>
            <a:r>
              <a:rPr b="0" lang="en-US" sz="2250" spc="-1" strike="noStrike">
                <a:solidFill>
                  <a:srgbClr val="3f3d56"/>
                </a:solidFill>
                <a:latin typeface="Calibri (MS)"/>
                <a:ea typeface="Calibri (MS)"/>
              </a:rPr>
              <a:t>Ô nhập câu hỏi tự do bên dưới bản phân tích tuần, cho phép người dùng đào sâu thêm bất kỳ khía cạnh nào</a:t>
            </a:r>
            <a:endParaRPr b="0" lang="vi-VN" sz="2250" spc="-1" strike="noStrike">
              <a:latin typeface="Noto Sans CJK SC"/>
            </a:endParaRPr>
          </a:p>
          <a:p>
            <a:pPr lvl="1" marL="383400" indent="-191520">
              <a:lnSpc>
                <a:spcPts val="3104"/>
              </a:lnSpc>
              <a:buFont typeface="Arial"/>
              <a:buChar char="•"/>
            </a:pPr>
            <a:r>
              <a:rPr b="0" lang="en-US" sz="2250" spc="-1" strike="noStrike">
                <a:solidFill>
                  <a:srgbClr val="3f3d56"/>
                </a:solidFill>
                <a:latin typeface="Calibri (MS)"/>
                <a:ea typeface="Calibri (MS)"/>
              </a:rPr>
              <a:t>ViewModel gửi câu hỏi kèm system prompt chứa toàn bộ dữ liệu tuần (tóm tắt, điểm mạnh, cần cải thiện, thói quen) tới Gemini</a:t>
            </a:r>
            <a:endParaRPr b="0" lang="vi-VN" sz="2250" spc="-1" strike="noStrike">
              <a:latin typeface="Noto Sans CJK SC"/>
            </a:endParaRPr>
          </a:p>
          <a:p>
            <a:pPr lvl="1" marL="383400" indent="-191520">
              <a:lnSpc>
                <a:spcPts val="3104"/>
              </a:lnSpc>
              <a:buFont typeface="Arial"/>
              <a:buChar char="•"/>
            </a:pPr>
            <a:r>
              <a:rPr b="0" lang="en-US" sz="2250" spc="-1" strike="noStrike">
                <a:solidFill>
                  <a:srgbClr val="3f3d56"/>
                </a:solidFill>
                <a:latin typeface="Calibri (MS)"/>
                <a:ea typeface="Calibri (MS)"/>
              </a:rPr>
              <a:t>Lịch sử hội thoại lưu trong phiên làm việc dưới dạng danh sách AIInteractionMessage, phân biệt người dùng / AI</a:t>
            </a:r>
            <a:endParaRPr b="0" lang="vi-VN" sz="2250" spc="-1" strike="noStrike">
              <a:latin typeface="Noto Sans CJK SC"/>
            </a:endParaRPr>
          </a:p>
          <a:p>
            <a:pPr lvl="1" marL="383400" indent="-191520">
              <a:lnSpc>
                <a:spcPts val="3104"/>
              </a:lnSpc>
              <a:buFont typeface="Arial"/>
              <a:buChar char="•"/>
            </a:pPr>
            <a:r>
              <a:rPr b="0" lang="en-US" sz="2250" spc="-1" strike="noStrike">
                <a:solidFill>
                  <a:srgbClr val="3f3d56"/>
                </a:solidFill>
                <a:latin typeface="Calibri (MS)"/>
                <a:ea typeface="Calibri (MS)"/>
              </a:rPr>
              <a:t>Có trạng thái đang hỏi AI riêng (isAskingAI) để hiện hiệu ứng chờ trên giao diện</a:t>
            </a:r>
            <a:endParaRPr b="0" lang="vi-VN" sz="2250" spc="-1" strike="noStrike">
              <a:latin typeface="Noto Sans CJK SC"/>
            </a:endParaRPr>
          </a:p>
          <a:p>
            <a:pPr lvl="1" marL="383400" indent="-191520">
              <a:lnSpc>
                <a:spcPts val="3104"/>
              </a:lnSpc>
              <a:buFont typeface="Arial"/>
              <a:buChar char="•"/>
            </a:pPr>
            <a:r>
              <a:rPr b="0" lang="en-US" sz="2250" spc="-1" strike="noStrike">
                <a:solidFill>
                  <a:srgbClr val="3f3d56"/>
                </a:solidFill>
                <a:latin typeface="Calibri (MS)"/>
                <a:ea typeface="Calibri (MS)"/>
              </a:rPr>
              <a:t>Khi mất mạng hoặc chưa cấu hình API key, hệ thống tự sinh câu trả lời dự phòng dựa trên dữ liệu phân tích sẵn có</a:t>
            </a:r>
            <a:endParaRPr b="0" lang="vi-VN" sz="2250" spc="-1" strike="noStrike">
              <a:latin typeface="Noto Sans CJK SC"/>
            </a:endParaRPr>
          </a:p>
        </p:txBody>
      </p:sp>
      <p:grpSp>
        <p:nvGrpSpPr>
          <p:cNvPr id="1505" name="Group 29"/>
          <p:cNvGrpSpPr/>
          <p:nvPr/>
        </p:nvGrpSpPr>
        <p:grpSpPr>
          <a:xfrm>
            <a:off x="1643040" y="2253600"/>
            <a:ext cx="2937960" cy="6268320"/>
            <a:chOff x="1643040" y="2253600"/>
            <a:chExt cx="2937960" cy="6268320"/>
          </a:xfrm>
        </p:grpSpPr>
        <p:sp>
          <p:nvSpPr>
            <p:cNvPr id="1506" name="Freeform 30"/>
            <p:cNvSpPr/>
            <p:nvPr/>
          </p:nvSpPr>
          <p:spPr>
            <a:xfrm>
              <a:off x="1643040" y="2253600"/>
              <a:ext cx="2937960" cy="6268320"/>
            </a:xfrm>
            <a:custGeom>
              <a:avLst/>
              <a:gdLst/>
              <a:ahLst/>
              <a:rect l="l" t="t" r="r" b="b"/>
              <a:pathLst>
                <a:path w="3917823" h="8358378">
                  <a:moveTo>
                    <a:pt x="0" y="0"/>
                  </a:moveTo>
                  <a:lnTo>
                    <a:pt x="3917823" y="0"/>
                  </a:lnTo>
                  <a:lnTo>
                    <a:pt x="3917823" y="8358378"/>
                  </a:lnTo>
                  <a:lnTo>
                    <a:pt x="0" y="835837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07" name="Group 31"/>
          <p:cNvGrpSpPr/>
          <p:nvPr/>
        </p:nvGrpSpPr>
        <p:grpSpPr>
          <a:xfrm>
            <a:off x="1994040" y="2111040"/>
            <a:ext cx="767880" cy="312840"/>
            <a:chOff x="1994040" y="2111040"/>
            <a:chExt cx="767880" cy="312840"/>
          </a:xfrm>
        </p:grpSpPr>
        <p:sp>
          <p:nvSpPr>
            <p:cNvPr id="1508" name="Freeform 32"/>
            <p:cNvSpPr/>
            <p:nvPr/>
          </p:nvSpPr>
          <p:spPr>
            <a:xfrm>
              <a:off x="1994040" y="2111040"/>
              <a:ext cx="767880" cy="312840"/>
            </a:xfrm>
            <a:custGeom>
              <a:avLst/>
              <a:gdLst/>
              <a:ahLst/>
              <a:rect l="l" t="t" r="r" b="b"/>
              <a:pathLst>
                <a:path w="1024128" h="417576">
                  <a:moveTo>
                    <a:pt x="0" y="208788"/>
                  </a:moveTo>
                  <a:cubicBezTo>
                    <a:pt x="0" y="93472"/>
                    <a:pt x="93472" y="0"/>
                    <a:pt x="208788" y="0"/>
                  </a:cubicBezTo>
                  <a:lnTo>
                    <a:pt x="815340" y="0"/>
                  </a:lnTo>
                  <a:cubicBezTo>
                    <a:pt x="930656" y="0"/>
                    <a:pt x="1024128" y="93472"/>
                    <a:pt x="1024128" y="208788"/>
                  </a:cubicBezTo>
                  <a:cubicBezTo>
                    <a:pt x="1024128" y="324104"/>
                    <a:pt x="930656" y="417576"/>
                    <a:pt x="815340" y="417576"/>
                  </a:cubicBezTo>
                  <a:lnTo>
                    <a:pt x="208788" y="417576"/>
                  </a:lnTo>
                  <a:cubicBezTo>
                    <a:pt x="93472" y="417576"/>
                    <a:pt x="0" y="324104"/>
                    <a:pt x="0" y="208788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wipe dir="l"/>
  </p:transition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09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510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11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512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13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1514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5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05 · CHỨC NĂNG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516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517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18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Cài đặt &amp; Dữ liệu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519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520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1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522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523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4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21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525" name="Group 18"/>
          <p:cNvGrpSpPr/>
          <p:nvPr/>
        </p:nvGrpSpPr>
        <p:grpSpPr>
          <a:xfrm>
            <a:off x="744840" y="2116440"/>
            <a:ext cx="2967480" cy="6401520"/>
            <a:chOff x="744840" y="2116440"/>
            <a:chExt cx="2967480" cy="6401520"/>
          </a:xfrm>
        </p:grpSpPr>
        <p:sp>
          <p:nvSpPr>
            <p:cNvPr id="1526" name="Freeform 19"/>
            <p:cNvSpPr/>
            <p:nvPr/>
          </p:nvSpPr>
          <p:spPr>
            <a:xfrm>
              <a:off x="744840" y="2116440"/>
              <a:ext cx="2967480" cy="6401520"/>
            </a:xfrm>
            <a:custGeom>
              <a:avLst/>
              <a:gdLst/>
              <a:ahLst/>
              <a:rect l="l" t="t" r="r" b="b"/>
              <a:pathLst>
                <a:path w="3957320" h="8535924">
                  <a:moveTo>
                    <a:pt x="0" y="405003"/>
                  </a:moveTo>
                  <a:cubicBezTo>
                    <a:pt x="0" y="181356"/>
                    <a:pt x="181356" y="0"/>
                    <a:pt x="405003" y="0"/>
                  </a:cubicBezTo>
                  <a:lnTo>
                    <a:pt x="3552317" y="0"/>
                  </a:lnTo>
                  <a:cubicBezTo>
                    <a:pt x="3775964" y="0"/>
                    <a:pt x="3957320" y="181356"/>
                    <a:pt x="3957320" y="405003"/>
                  </a:cubicBezTo>
                  <a:lnTo>
                    <a:pt x="3957320" y="8130921"/>
                  </a:lnTo>
                  <a:cubicBezTo>
                    <a:pt x="3957320" y="8354568"/>
                    <a:pt x="3775964" y="8535924"/>
                    <a:pt x="3552317" y="8535924"/>
                  </a:cubicBezTo>
                  <a:lnTo>
                    <a:pt x="405003" y="8535924"/>
                  </a:lnTo>
                  <a:cubicBezTo>
                    <a:pt x="181356" y="8535797"/>
                    <a:pt x="0" y="8354441"/>
                    <a:pt x="0" y="8130921"/>
                  </a:cubicBezTo>
                  <a:close/>
                </a:path>
              </a:pathLst>
            </a:custGeom>
            <a:solidFill>
              <a:srgbClr val="17142e"/>
            </a:solidFill>
            <a:ln cap="sq" w="19050">
              <a:solidFill>
                <a:srgbClr val="0b0a1c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27" name="Group 20"/>
          <p:cNvGrpSpPr/>
          <p:nvPr/>
        </p:nvGrpSpPr>
        <p:grpSpPr>
          <a:xfrm>
            <a:off x="343080" y="8569800"/>
            <a:ext cx="3771720" cy="378000"/>
            <a:chOff x="343080" y="8569800"/>
            <a:chExt cx="3771720" cy="378000"/>
          </a:xfrm>
        </p:grpSpPr>
        <p:sp>
          <p:nvSpPr>
            <p:cNvPr id="1528" name="Freeform 21"/>
            <p:cNvSpPr/>
            <p:nvPr/>
          </p:nvSpPr>
          <p:spPr>
            <a:xfrm>
              <a:off x="343080" y="8591400"/>
              <a:ext cx="3771720" cy="356400"/>
            </a:xfrm>
            <a:custGeom>
              <a:avLst/>
              <a:gdLst/>
              <a:ahLst/>
              <a:rect l="l" t="t" r="r" b="b"/>
              <a:pathLst>
                <a:path w="5029200" h="475488">
                  <a:moveTo>
                    <a:pt x="0" y="0"/>
                  </a:moveTo>
                  <a:lnTo>
                    <a:pt x="5029200" y="0"/>
                  </a:lnTo>
                  <a:lnTo>
                    <a:pt x="5029200" y="475488"/>
                  </a:lnTo>
                  <a:lnTo>
                    <a:pt x="0" y="475488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29" name="TextBox 22"/>
            <p:cNvSpPr/>
            <p:nvPr/>
          </p:nvSpPr>
          <p:spPr>
            <a:xfrm>
              <a:off x="343080" y="8569800"/>
              <a:ext cx="3771720" cy="377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981"/>
                </a:lnSpc>
                <a:buNone/>
              </a:pPr>
              <a:r>
                <a:rPr b="1" lang="en-US" sz="165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SettingsScreen.kt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530" name="Group 23"/>
          <p:cNvGrpSpPr/>
          <p:nvPr/>
        </p:nvGrpSpPr>
        <p:grpSpPr>
          <a:xfrm>
            <a:off x="343080" y="8898840"/>
            <a:ext cx="3771720" cy="322920"/>
            <a:chOff x="343080" y="8898840"/>
            <a:chExt cx="3771720" cy="322920"/>
          </a:xfrm>
        </p:grpSpPr>
        <p:sp>
          <p:nvSpPr>
            <p:cNvPr id="1531" name="Freeform 24"/>
            <p:cNvSpPr/>
            <p:nvPr/>
          </p:nvSpPr>
          <p:spPr>
            <a:xfrm>
              <a:off x="343080" y="8920440"/>
              <a:ext cx="3771720" cy="301320"/>
            </a:xfrm>
            <a:custGeom>
              <a:avLst/>
              <a:gdLst/>
              <a:ahLst/>
              <a:rect l="l" t="t" r="r" b="b"/>
              <a:pathLst>
                <a:path w="5029200" h="402336">
                  <a:moveTo>
                    <a:pt x="0" y="0"/>
                  </a:moveTo>
                  <a:lnTo>
                    <a:pt x="5029200" y="0"/>
                  </a:lnTo>
                  <a:lnTo>
                    <a:pt x="5029200" y="402336"/>
                  </a:lnTo>
                  <a:lnTo>
                    <a:pt x="0" y="402336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2" name="TextBox 25"/>
            <p:cNvSpPr/>
            <p:nvPr/>
          </p:nvSpPr>
          <p:spPr>
            <a:xfrm>
              <a:off x="343080" y="8898840"/>
              <a:ext cx="3771720" cy="322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531"/>
                </a:lnSpc>
                <a:buNone/>
              </a:pPr>
              <a:r>
                <a:rPr b="0" lang="en-US" sz="128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3 nhóm cài đặt dạng thẻ</a:t>
              </a:r>
              <a:endParaRPr b="0" lang="vi-VN" sz="1280" spc="-1" strike="noStrike">
                <a:latin typeface="Noto Sans CJK SC"/>
              </a:endParaRPr>
            </a:p>
          </p:txBody>
        </p:sp>
      </p:grpSp>
      <p:grpSp>
        <p:nvGrpSpPr>
          <p:cNvPr id="1533" name="Group 26"/>
          <p:cNvGrpSpPr/>
          <p:nvPr/>
        </p:nvGrpSpPr>
        <p:grpSpPr>
          <a:xfrm>
            <a:off x="4732200" y="2194560"/>
            <a:ext cx="685440" cy="685440"/>
            <a:chOff x="4732200" y="2194560"/>
            <a:chExt cx="685440" cy="685440"/>
          </a:xfrm>
        </p:grpSpPr>
        <p:sp>
          <p:nvSpPr>
            <p:cNvPr id="1534" name="Freeform 27"/>
            <p:cNvSpPr/>
            <p:nvPr/>
          </p:nvSpPr>
          <p:spPr>
            <a:xfrm>
              <a:off x="4732200" y="2194560"/>
              <a:ext cx="685440" cy="685440"/>
            </a:xfrm>
            <a:custGeom>
              <a:avLst/>
              <a:gdLst/>
              <a:ah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35" name="Group 28"/>
          <p:cNvGrpSpPr/>
          <p:nvPr/>
        </p:nvGrpSpPr>
        <p:grpSpPr>
          <a:xfrm>
            <a:off x="4896720" y="2359080"/>
            <a:ext cx="356400" cy="356400"/>
            <a:chOff x="4896720" y="2359080"/>
            <a:chExt cx="356400" cy="356400"/>
          </a:xfrm>
        </p:grpSpPr>
        <p:sp>
          <p:nvSpPr>
            <p:cNvPr id="1536" name="Freeform 29"/>
            <p:cNvSpPr/>
            <p:nvPr/>
          </p:nvSpPr>
          <p:spPr>
            <a:xfrm>
              <a:off x="4896720" y="235908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37" name="Group 30"/>
          <p:cNvGrpSpPr/>
          <p:nvPr/>
        </p:nvGrpSpPr>
        <p:grpSpPr>
          <a:xfrm>
            <a:off x="5664600" y="2138400"/>
            <a:ext cx="11868120" cy="494640"/>
            <a:chOff x="5664600" y="2138400"/>
            <a:chExt cx="11868120" cy="494640"/>
          </a:xfrm>
        </p:grpSpPr>
        <p:sp>
          <p:nvSpPr>
            <p:cNvPr id="1538" name="Freeform 31"/>
            <p:cNvSpPr/>
            <p:nvPr/>
          </p:nvSpPr>
          <p:spPr>
            <a:xfrm>
              <a:off x="5664600" y="2167200"/>
              <a:ext cx="11868120" cy="465840"/>
            </a:xfrm>
            <a:custGeom>
              <a:avLst/>
              <a:gdLst/>
              <a:ahLst/>
              <a:rect l="l" t="t" r="r" b="b"/>
              <a:pathLst>
                <a:path w="15824606" h="621792">
                  <a:moveTo>
                    <a:pt x="0" y="0"/>
                  </a:moveTo>
                  <a:lnTo>
                    <a:pt x="15824606" y="0"/>
                  </a:lnTo>
                  <a:lnTo>
                    <a:pt x="15824606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39" name="TextBox 32"/>
            <p:cNvSpPr/>
            <p:nvPr/>
          </p:nvSpPr>
          <p:spPr>
            <a:xfrm>
              <a:off x="5664600" y="2138400"/>
              <a:ext cx="11868120" cy="49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Quản lý danh mục sự kiện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540" name="Group 33"/>
          <p:cNvGrpSpPr/>
          <p:nvPr/>
        </p:nvGrpSpPr>
        <p:grpSpPr>
          <a:xfrm>
            <a:off x="5664600" y="2569320"/>
            <a:ext cx="11868120" cy="749880"/>
            <a:chOff x="5664600" y="2569320"/>
            <a:chExt cx="11868120" cy="749880"/>
          </a:xfrm>
        </p:grpSpPr>
        <p:sp>
          <p:nvSpPr>
            <p:cNvPr id="1541" name="Freeform 34"/>
            <p:cNvSpPr/>
            <p:nvPr/>
          </p:nvSpPr>
          <p:spPr>
            <a:xfrm>
              <a:off x="5664600" y="2633400"/>
              <a:ext cx="11868120" cy="685440"/>
            </a:xfrm>
            <a:custGeom>
              <a:avLst/>
              <a:gdLst/>
              <a:ahLst/>
              <a:rect l="l" t="t" r="r" b="b"/>
              <a:pathLst>
                <a:path w="15824606" h="914400">
                  <a:moveTo>
                    <a:pt x="0" y="0"/>
                  </a:moveTo>
                  <a:lnTo>
                    <a:pt x="15824606" y="0"/>
                  </a:lnTo>
                  <a:lnTo>
                    <a:pt x="15824606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2" name="TextBox 35"/>
            <p:cNvSpPr/>
            <p:nvPr/>
          </p:nvSpPr>
          <p:spPr>
            <a:xfrm>
              <a:off x="5664600" y="2569320"/>
              <a:ext cx="11868120" cy="74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520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Thêm / xoá danh mục, tối đa 5 danh mục với 8 màu preset để chọn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543" name="Group 36"/>
          <p:cNvGrpSpPr/>
          <p:nvPr/>
        </p:nvGrpSpPr>
        <p:grpSpPr>
          <a:xfrm>
            <a:off x="4732200" y="3497760"/>
            <a:ext cx="685440" cy="685440"/>
            <a:chOff x="4732200" y="3497760"/>
            <a:chExt cx="685440" cy="685440"/>
          </a:xfrm>
        </p:grpSpPr>
        <p:sp>
          <p:nvSpPr>
            <p:cNvPr id="1544" name="Freeform 37"/>
            <p:cNvSpPr/>
            <p:nvPr/>
          </p:nvSpPr>
          <p:spPr>
            <a:xfrm>
              <a:off x="4732200" y="3497760"/>
              <a:ext cx="685440" cy="685440"/>
            </a:xfrm>
            <a:custGeom>
              <a:avLst/>
              <a:gdLst/>
              <a:ah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45" name="Group 38"/>
          <p:cNvGrpSpPr/>
          <p:nvPr/>
        </p:nvGrpSpPr>
        <p:grpSpPr>
          <a:xfrm>
            <a:off x="4896720" y="3662280"/>
            <a:ext cx="356400" cy="356400"/>
            <a:chOff x="4896720" y="3662280"/>
            <a:chExt cx="356400" cy="356400"/>
          </a:xfrm>
        </p:grpSpPr>
        <p:sp>
          <p:nvSpPr>
            <p:cNvPr id="1546" name="Freeform 39"/>
            <p:cNvSpPr/>
            <p:nvPr/>
          </p:nvSpPr>
          <p:spPr>
            <a:xfrm>
              <a:off x="4896720" y="366228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47" name="Group 40"/>
          <p:cNvGrpSpPr/>
          <p:nvPr/>
        </p:nvGrpSpPr>
        <p:grpSpPr>
          <a:xfrm>
            <a:off x="5664600" y="3441600"/>
            <a:ext cx="11868120" cy="494640"/>
            <a:chOff x="5664600" y="3441600"/>
            <a:chExt cx="11868120" cy="494640"/>
          </a:xfrm>
        </p:grpSpPr>
        <p:sp>
          <p:nvSpPr>
            <p:cNvPr id="1548" name="Freeform 41"/>
            <p:cNvSpPr/>
            <p:nvPr/>
          </p:nvSpPr>
          <p:spPr>
            <a:xfrm>
              <a:off x="5664600" y="3470040"/>
              <a:ext cx="11868120" cy="465840"/>
            </a:xfrm>
            <a:custGeom>
              <a:avLst/>
              <a:gdLst/>
              <a:ahLst/>
              <a:rect l="l" t="t" r="r" b="b"/>
              <a:pathLst>
                <a:path w="15824606" h="621792">
                  <a:moveTo>
                    <a:pt x="0" y="0"/>
                  </a:moveTo>
                  <a:lnTo>
                    <a:pt x="15824606" y="0"/>
                  </a:lnTo>
                  <a:lnTo>
                    <a:pt x="15824606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1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49" name="TextBox 42"/>
            <p:cNvSpPr/>
            <p:nvPr/>
          </p:nvSpPr>
          <p:spPr>
            <a:xfrm>
              <a:off x="5664600" y="3441600"/>
              <a:ext cx="11868120" cy="49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Thông báo &amp; âm thanh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550" name="Group 43"/>
          <p:cNvGrpSpPr/>
          <p:nvPr/>
        </p:nvGrpSpPr>
        <p:grpSpPr>
          <a:xfrm>
            <a:off x="5664600" y="3872160"/>
            <a:ext cx="11868120" cy="749880"/>
            <a:chOff x="5664600" y="3872160"/>
            <a:chExt cx="11868120" cy="749880"/>
          </a:xfrm>
        </p:grpSpPr>
        <p:sp>
          <p:nvSpPr>
            <p:cNvPr id="1551" name="Freeform 44"/>
            <p:cNvSpPr/>
            <p:nvPr/>
          </p:nvSpPr>
          <p:spPr>
            <a:xfrm>
              <a:off x="5664600" y="3936600"/>
              <a:ext cx="11868120" cy="685440"/>
            </a:xfrm>
            <a:custGeom>
              <a:avLst/>
              <a:gdLst/>
              <a:ahLst/>
              <a:rect l="l" t="t" r="r" b="b"/>
              <a:pathLst>
                <a:path w="15824606" h="914400">
                  <a:moveTo>
                    <a:pt x="0" y="0"/>
                  </a:moveTo>
                  <a:lnTo>
                    <a:pt x="15824606" y="0"/>
                  </a:lnTo>
                  <a:lnTo>
                    <a:pt x="15824606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2" name="TextBox 45"/>
            <p:cNvSpPr/>
            <p:nvPr/>
          </p:nvSpPr>
          <p:spPr>
            <a:xfrm>
              <a:off x="5664600" y="3872160"/>
              <a:ext cx="11868120" cy="74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520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Bật/tắt thông báo sự kiện, âm thanh nhắc nhở, có nút thử nghiệm nhanh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553" name="Group 46"/>
          <p:cNvGrpSpPr/>
          <p:nvPr/>
        </p:nvGrpSpPr>
        <p:grpSpPr>
          <a:xfrm>
            <a:off x="4732200" y="4800600"/>
            <a:ext cx="685440" cy="685440"/>
            <a:chOff x="4732200" y="4800600"/>
            <a:chExt cx="685440" cy="685440"/>
          </a:xfrm>
        </p:grpSpPr>
        <p:sp>
          <p:nvSpPr>
            <p:cNvPr id="1554" name="Freeform 47"/>
            <p:cNvSpPr/>
            <p:nvPr/>
          </p:nvSpPr>
          <p:spPr>
            <a:xfrm>
              <a:off x="4732200" y="4800600"/>
              <a:ext cx="685440" cy="685440"/>
            </a:xfrm>
            <a:custGeom>
              <a:avLst/>
              <a:gdLst/>
              <a:ah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55" name="Group 48"/>
          <p:cNvGrpSpPr/>
          <p:nvPr/>
        </p:nvGrpSpPr>
        <p:grpSpPr>
          <a:xfrm>
            <a:off x="4896720" y="4965120"/>
            <a:ext cx="356400" cy="356400"/>
            <a:chOff x="4896720" y="4965120"/>
            <a:chExt cx="356400" cy="356400"/>
          </a:xfrm>
        </p:grpSpPr>
        <p:sp>
          <p:nvSpPr>
            <p:cNvPr id="1556" name="Freeform 49"/>
            <p:cNvSpPr/>
            <p:nvPr/>
          </p:nvSpPr>
          <p:spPr>
            <a:xfrm>
              <a:off x="4896720" y="496512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4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57" name="Group 50"/>
          <p:cNvGrpSpPr/>
          <p:nvPr/>
        </p:nvGrpSpPr>
        <p:grpSpPr>
          <a:xfrm>
            <a:off x="5664600" y="4744440"/>
            <a:ext cx="11868120" cy="494640"/>
            <a:chOff x="5664600" y="4744440"/>
            <a:chExt cx="11868120" cy="494640"/>
          </a:xfrm>
        </p:grpSpPr>
        <p:sp>
          <p:nvSpPr>
            <p:cNvPr id="1558" name="Freeform 51"/>
            <p:cNvSpPr/>
            <p:nvPr/>
          </p:nvSpPr>
          <p:spPr>
            <a:xfrm>
              <a:off x="5664600" y="4773240"/>
              <a:ext cx="11868120" cy="465840"/>
            </a:xfrm>
            <a:custGeom>
              <a:avLst/>
              <a:gdLst/>
              <a:ahLst/>
              <a:rect l="l" t="t" r="r" b="b"/>
              <a:pathLst>
                <a:path w="15824606" h="621792">
                  <a:moveTo>
                    <a:pt x="0" y="0"/>
                  </a:moveTo>
                  <a:lnTo>
                    <a:pt x="15824606" y="0"/>
                  </a:lnTo>
                  <a:lnTo>
                    <a:pt x="15824606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59" name="TextBox 52"/>
            <p:cNvSpPr/>
            <p:nvPr/>
          </p:nvSpPr>
          <p:spPr>
            <a:xfrm>
              <a:off x="5664600" y="4744440"/>
              <a:ext cx="11868120" cy="49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Giao diện Sáng / Tối / Hệ thống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560" name="Group 53"/>
          <p:cNvGrpSpPr/>
          <p:nvPr/>
        </p:nvGrpSpPr>
        <p:grpSpPr>
          <a:xfrm>
            <a:off x="5664600" y="5175360"/>
            <a:ext cx="11868120" cy="749880"/>
            <a:chOff x="5664600" y="5175360"/>
            <a:chExt cx="11868120" cy="749880"/>
          </a:xfrm>
        </p:grpSpPr>
        <p:sp>
          <p:nvSpPr>
            <p:cNvPr id="1561" name="Freeform 54"/>
            <p:cNvSpPr/>
            <p:nvPr/>
          </p:nvSpPr>
          <p:spPr>
            <a:xfrm>
              <a:off x="5664600" y="5239440"/>
              <a:ext cx="11868120" cy="685440"/>
            </a:xfrm>
            <a:custGeom>
              <a:avLst/>
              <a:gdLst/>
              <a:ahLst/>
              <a:rect l="l" t="t" r="r" b="b"/>
              <a:pathLst>
                <a:path w="15824606" h="914400">
                  <a:moveTo>
                    <a:pt x="0" y="0"/>
                  </a:moveTo>
                  <a:lnTo>
                    <a:pt x="15824606" y="0"/>
                  </a:lnTo>
                  <a:lnTo>
                    <a:pt x="15824606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0">
              <a:blip r:embed="rId1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2" name="TextBox 55"/>
            <p:cNvSpPr/>
            <p:nvPr/>
          </p:nvSpPr>
          <p:spPr>
            <a:xfrm>
              <a:off x="5664600" y="5175360"/>
              <a:ext cx="11868120" cy="74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520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Chuyển đổi theme tức thời, áp dụng cho toàn bộ ứng dụng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563" name="Group 56"/>
          <p:cNvGrpSpPr/>
          <p:nvPr/>
        </p:nvGrpSpPr>
        <p:grpSpPr>
          <a:xfrm>
            <a:off x="4732200" y="6103800"/>
            <a:ext cx="685440" cy="685440"/>
            <a:chOff x="4732200" y="6103800"/>
            <a:chExt cx="685440" cy="685440"/>
          </a:xfrm>
        </p:grpSpPr>
        <p:sp>
          <p:nvSpPr>
            <p:cNvPr id="1564" name="Freeform 57"/>
            <p:cNvSpPr/>
            <p:nvPr/>
          </p:nvSpPr>
          <p:spPr>
            <a:xfrm>
              <a:off x="4732200" y="6103800"/>
              <a:ext cx="685440" cy="685440"/>
            </a:xfrm>
            <a:custGeom>
              <a:avLst/>
              <a:gdLst/>
              <a:ah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65" name="Group 58"/>
          <p:cNvGrpSpPr/>
          <p:nvPr/>
        </p:nvGrpSpPr>
        <p:grpSpPr>
          <a:xfrm>
            <a:off x="4896720" y="6268320"/>
            <a:ext cx="356400" cy="356400"/>
            <a:chOff x="4896720" y="6268320"/>
            <a:chExt cx="356400" cy="356400"/>
          </a:xfrm>
        </p:grpSpPr>
        <p:sp>
          <p:nvSpPr>
            <p:cNvPr id="1566" name="Freeform 59"/>
            <p:cNvSpPr/>
            <p:nvPr/>
          </p:nvSpPr>
          <p:spPr>
            <a:xfrm>
              <a:off x="4896720" y="6268320"/>
              <a:ext cx="356400" cy="356400"/>
            </a:xfrm>
            <a:custGeom>
              <a:avLst/>
              <a:gdLst/>
              <a:ahLst/>
              <a:rect l="l" t="t" r="r" b="b"/>
              <a:pathLst>
                <a:path w="475488" h="475488">
                  <a:moveTo>
                    <a:pt x="0" y="0"/>
                  </a:moveTo>
                  <a:lnTo>
                    <a:pt x="475488" y="0"/>
                  </a:lnTo>
                  <a:lnTo>
                    <a:pt x="475488" y="475488"/>
                  </a:lnTo>
                  <a:lnTo>
                    <a:pt x="0" y="47548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7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67" name="Group 60"/>
          <p:cNvGrpSpPr/>
          <p:nvPr/>
        </p:nvGrpSpPr>
        <p:grpSpPr>
          <a:xfrm>
            <a:off x="5664600" y="6047640"/>
            <a:ext cx="11868120" cy="494640"/>
            <a:chOff x="5664600" y="6047640"/>
            <a:chExt cx="11868120" cy="494640"/>
          </a:xfrm>
        </p:grpSpPr>
        <p:sp>
          <p:nvSpPr>
            <p:cNvPr id="1568" name="Freeform 61"/>
            <p:cNvSpPr/>
            <p:nvPr/>
          </p:nvSpPr>
          <p:spPr>
            <a:xfrm>
              <a:off x="5664600" y="6076080"/>
              <a:ext cx="11868120" cy="465840"/>
            </a:xfrm>
            <a:custGeom>
              <a:avLst/>
              <a:gdLst/>
              <a:ahLst/>
              <a:rect l="l" t="t" r="r" b="b"/>
              <a:pathLst>
                <a:path w="15824606" h="621792">
                  <a:moveTo>
                    <a:pt x="0" y="0"/>
                  </a:moveTo>
                  <a:lnTo>
                    <a:pt x="15824606" y="0"/>
                  </a:lnTo>
                  <a:lnTo>
                    <a:pt x="15824606" y="621792"/>
                  </a:lnTo>
                  <a:lnTo>
                    <a:pt x="0" y="621792"/>
                  </a:lnTo>
                  <a:close/>
                </a:path>
              </a:pathLst>
            </a:custGeom>
            <a:blipFill rotWithShape="0">
              <a:blip r:embed="rId1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69" name="TextBox 62"/>
            <p:cNvSpPr/>
            <p:nvPr/>
          </p:nvSpPr>
          <p:spPr>
            <a:xfrm>
              <a:off x="5664600" y="6047640"/>
              <a:ext cx="11868120" cy="49464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Hiển thị Lịch Âm Dương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570" name="Group 63"/>
          <p:cNvGrpSpPr/>
          <p:nvPr/>
        </p:nvGrpSpPr>
        <p:grpSpPr>
          <a:xfrm>
            <a:off x="5664600" y="6478200"/>
            <a:ext cx="11868120" cy="749880"/>
            <a:chOff x="5664600" y="6478200"/>
            <a:chExt cx="11868120" cy="749880"/>
          </a:xfrm>
        </p:grpSpPr>
        <p:sp>
          <p:nvSpPr>
            <p:cNvPr id="1571" name="Freeform 64"/>
            <p:cNvSpPr/>
            <p:nvPr/>
          </p:nvSpPr>
          <p:spPr>
            <a:xfrm>
              <a:off x="5664600" y="6542640"/>
              <a:ext cx="11868120" cy="685440"/>
            </a:xfrm>
            <a:custGeom>
              <a:avLst/>
              <a:gdLst/>
              <a:ahLst/>
              <a:rect l="l" t="t" r="r" b="b"/>
              <a:pathLst>
                <a:path w="15824606" h="914400">
                  <a:moveTo>
                    <a:pt x="0" y="0"/>
                  </a:moveTo>
                  <a:lnTo>
                    <a:pt x="15824606" y="0"/>
                  </a:lnTo>
                  <a:lnTo>
                    <a:pt x="15824606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0">
              <a:blip r:embed="rId1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2" name="TextBox 65"/>
            <p:cNvSpPr/>
            <p:nvPr/>
          </p:nvSpPr>
          <p:spPr>
            <a:xfrm>
              <a:off x="5664600" y="6478200"/>
              <a:ext cx="11868120" cy="74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520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Bật/tắt hiển thị ngày Âm trên Trang chủ và Lịch trình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grpSp>
        <p:nvGrpSpPr>
          <p:cNvPr id="1573" name="Group 66"/>
          <p:cNvGrpSpPr/>
          <p:nvPr/>
        </p:nvGrpSpPr>
        <p:grpSpPr>
          <a:xfrm>
            <a:off x="4732200" y="7434000"/>
            <a:ext cx="685440" cy="685440"/>
            <a:chOff x="4732200" y="7434000"/>
            <a:chExt cx="685440" cy="685440"/>
          </a:xfrm>
        </p:grpSpPr>
        <p:sp>
          <p:nvSpPr>
            <p:cNvPr id="1574" name="Freeform 67"/>
            <p:cNvSpPr/>
            <p:nvPr/>
          </p:nvSpPr>
          <p:spPr>
            <a:xfrm>
              <a:off x="4732200" y="7434000"/>
              <a:ext cx="685440" cy="685440"/>
            </a:xfrm>
            <a:custGeom>
              <a:avLst/>
              <a:gdLst/>
              <a:ahLst/>
              <a:rect l="l" t="t" r="r" b="b"/>
              <a:pathLst>
                <a:path w="914400" h="914400">
                  <a:moveTo>
                    <a:pt x="0" y="457200"/>
                  </a:moveTo>
                  <a:cubicBezTo>
                    <a:pt x="0" y="204724"/>
                    <a:pt x="204724" y="0"/>
                    <a:pt x="457200" y="0"/>
                  </a:cubicBezTo>
                  <a:cubicBezTo>
                    <a:pt x="709676" y="0"/>
                    <a:pt x="914400" y="204724"/>
                    <a:pt x="914400" y="457200"/>
                  </a:cubicBezTo>
                  <a:cubicBezTo>
                    <a:pt x="914400" y="709676"/>
                    <a:pt x="709676" y="914400"/>
                    <a:pt x="457200" y="914400"/>
                  </a:cubicBezTo>
                  <a:cubicBezTo>
                    <a:pt x="204724" y="914400"/>
                    <a:pt x="0" y="709676"/>
                    <a:pt x="0" y="457200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75" name="Group 68"/>
          <p:cNvGrpSpPr/>
          <p:nvPr/>
        </p:nvGrpSpPr>
        <p:grpSpPr>
          <a:xfrm>
            <a:off x="5664600" y="7378200"/>
            <a:ext cx="11868120" cy="494280"/>
            <a:chOff x="5664600" y="7378200"/>
            <a:chExt cx="11868120" cy="494280"/>
          </a:xfrm>
        </p:grpSpPr>
        <p:sp>
          <p:nvSpPr>
            <p:cNvPr id="1576" name="Freeform 69"/>
            <p:cNvSpPr/>
            <p:nvPr/>
          </p:nvSpPr>
          <p:spPr>
            <a:xfrm>
              <a:off x="5664600" y="7406640"/>
              <a:ext cx="11867760" cy="465840"/>
            </a:xfrm>
            <a:custGeom>
              <a:avLst/>
              <a:gdLst/>
              <a:ahLst/>
              <a:rect l="l" t="t" r="r" b="b"/>
              <a:pathLst>
                <a:path w="15824400" h="621600">
                  <a:moveTo>
                    <a:pt x="0" y="0"/>
                  </a:moveTo>
                  <a:lnTo>
                    <a:pt x="15824400" y="0"/>
                  </a:lnTo>
                  <a:lnTo>
                    <a:pt x="15824400" y="621600"/>
                  </a:lnTo>
                  <a:lnTo>
                    <a:pt x="0" y="621600"/>
                  </a:lnTo>
                  <a:close/>
                </a:path>
              </a:pathLst>
            </a:custGeom>
            <a:blipFill rotWithShape="0">
              <a:blip r:embed="rId2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77" name="TextBox 70"/>
            <p:cNvSpPr/>
            <p:nvPr/>
          </p:nvSpPr>
          <p:spPr>
            <a:xfrm>
              <a:off x="5664600" y="7378200"/>
              <a:ext cx="1186812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Hiển thị Thời tiết 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578" name="Group 71"/>
          <p:cNvGrpSpPr/>
          <p:nvPr/>
        </p:nvGrpSpPr>
        <p:grpSpPr>
          <a:xfrm>
            <a:off x="5664600" y="7808760"/>
            <a:ext cx="11868120" cy="749880"/>
            <a:chOff x="5664600" y="7808760"/>
            <a:chExt cx="11868120" cy="749880"/>
          </a:xfrm>
        </p:grpSpPr>
        <p:sp>
          <p:nvSpPr>
            <p:cNvPr id="1579" name="Freeform 72"/>
            <p:cNvSpPr/>
            <p:nvPr/>
          </p:nvSpPr>
          <p:spPr>
            <a:xfrm>
              <a:off x="5664600" y="7872840"/>
              <a:ext cx="11867760" cy="685440"/>
            </a:xfrm>
            <a:custGeom>
              <a:avLst/>
              <a:gdLst/>
              <a:ahLst/>
              <a:rect l="l" t="t" r="r" b="b"/>
              <a:pathLst>
                <a:path w="15824400" h="914400">
                  <a:moveTo>
                    <a:pt x="0" y="0"/>
                  </a:moveTo>
                  <a:lnTo>
                    <a:pt x="15824400" y="0"/>
                  </a:lnTo>
                  <a:lnTo>
                    <a:pt x="15824400" y="914400"/>
                  </a:lnTo>
                  <a:lnTo>
                    <a:pt x="0" y="914400"/>
                  </a:lnTo>
                  <a:close/>
                </a:path>
              </a:pathLst>
            </a:custGeom>
            <a:blipFill rotWithShape="0">
              <a:blip r:embed="rId2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80" name="TextBox 73"/>
            <p:cNvSpPr/>
            <p:nvPr/>
          </p:nvSpPr>
          <p:spPr>
            <a:xfrm>
              <a:off x="5664600" y="7808760"/>
              <a:ext cx="11868120" cy="749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520"/>
                </a:lnSpc>
                <a:buNone/>
              </a:pPr>
              <a:r>
                <a:rPr b="0" lang="en-US" sz="16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Bật/tắt hiển thị thời tiết trên Trang chủ và Lịch trình</a:t>
              </a:r>
              <a:endParaRPr b="0" lang="vi-VN" sz="1650" spc="-1" strike="noStrike">
                <a:latin typeface="Noto Sans CJK SC"/>
              </a:endParaRPr>
            </a:p>
          </p:txBody>
        </p:sp>
      </p:grpSp>
      <p:sp>
        <p:nvSpPr>
          <p:cNvPr id="1581" name="TextBox 74"/>
          <p:cNvSpPr/>
          <p:nvPr/>
        </p:nvSpPr>
        <p:spPr>
          <a:xfrm>
            <a:off x="4894920" y="7470720"/>
            <a:ext cx="359640" cy="400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>
              <a:lnSpc>
                <a:spcPts val="3149"/>
              </a:lnSpc>
              <a:buNone/>
            </a:pPr>
            <a:r>
              <a:rPr b="1" lang="en-US" sz="2620" spc="-1" strike="noStrike">
                <a:solidFill>
                  <a:srgbClr val="ffffff"/>
                </a:solidFill>
                <a:latin typeface="Calibri (MS) Bold"/>
                <a:ea typeface="Calibri (MS) Bold"/>
              </a:rPr>
              <a:t>☁</a:t>
            </a:r>
            <a:endParaRPr b="0" lang="vi-VN" sz="2620" spc="-1" strike="noStrike">
              <a:latin typeface="Noto Sans CJK SC"/>
            </a:endParaRPr>
          </a:p>
        </p:txBody>
      </p:sp>
      <p:grpSp>
        <p:nvGrpSpPr>
          <p:cNvPr id="1582" name="Group 75"/>
          <p:cNvGrpSpPr/>
          <p:nvPr/>
        </p:nvGrpSpPr>
        <p:grpSpPr>
          <a:xfrm>
            <a:off x="960120" y="2306520"/>
            <a:ext cx="2502000" cy="6039360"/>
            <a:chOff x="960120" y="2306520"/>
            <a:chExt cx="2502000" cy="6039360"/>
          </a:xfrm>
        </p:grpSpPr>
        <p:sp>
          <p:nvSpPr>
            <p:cNvPr id="1583" name="Freeform 76"/>
            <p:cNvSpPr/>
            <p:nvPr/>
          </p:nvSpPr>
          <p:spPr>
            <a:xfrm>
              <a:off x="960120" y="2306520"/>
              <a:ext cx="2502000" cy="6039360"/>
            </a:xfrm>
            <a:custGeom>
              <a:avLst/>
              <a:gdLst/>
              <a:ahLst/>
              <a:rect l="l" t="t" r="r" b="b"/>
              <a:pathLst>
                <a:path w="3336671" h="8053070">
                  <a:moveTo>
                    <a:pt x="0" y="0"/>
                  </a:moveTo>
                  <a:lnTo>
                    <a:pt x="3336671" y="0"/>
                  </a:lnTo>
                  <a:lnTo>
                    <a:pt x="3336671" y="8053070"/>
                  </a:lnTo>
                  <a:lnTo>
                    <a:pt x="0" y="805307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2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84" name="Group 77"/>
          <p:cNvGrpSpPr/>
          <p:nvPr/>
        </p:nvGrpSpPr>
        <p:grpSpPr>
          <a:xfrm>
            <a:off x="1844640" y="2193840"/>
            <a:ext cx="767880" cy="301680"/>
            <a:chOff x="1844640" y="2193840"/>
            <a:chExt cx="767880" cy="301680"/>
          </a:xfrm>
        </p:grpSpPr>
        <p:sp>
          <p:nvSpPr>
            <p:cNvPr id="1585" name="Freeform 78"/>
            <p:cNvSpPr/>
            <p:nvPr/>
          </p:nvSpPr>
          <p:spPr>
            <a:xfrm>
              <a:off x="1844640" y="2193840"/>
              <a:ext cx="767880" cy="301680"/>
            </a:xfrm>
            <a:custGeom>
              <a:avLst/>
              <a:gdLst/>
              <a:ahLst/>
              <a:rect l="l" t="t" r="r" b="b"/>
              <a:pathLst>
                <a:path w="1024255" h="402590">
                  <a:moveTo>
                    <a:pt x="0" y="201295"/>
                  </a:moveTo>
                  <a:cubicBezTo>
                    <a:pt x="0" y="90170"/>
                    <a:pt x="90170" y="0"/>
                    <a:pt x="201295" y="0"/>
                  </a:cubicBezTo>
                  <a:lnTo>
                    <a:pt x="822960" y="0"/>
                  </a:lnTo>
                  <a:cubicBezTo>
                    <a:pt x="934085" y="0"/>
                    <a:pt x="1024255" y="90170"/>
                    <a:pt x="1024255" y="201295"/>
                  </a:cubicBezTo>
                  <a:cubicBezTo>
                    <a:pt x="1024255" y="312420"/>
                    <a:pt x="934085" y="402590"/>
                    <a:pt x="822960" y="402590"/>
                  </a:cubicBezTo>
                  <a:lnTo>
                    <a:pt x="201295" y="402590"/>
                  </a:lnTo>
                  <a:cubicBezTo>
                    <a:pt x="90170" y="402590"/>
                    <a:pt x="0" y="312420"/>
                    <a:pt x="0" y="201295"/>
                  </a:cubicBezTo>
                  <a:close/>
                </a:path>
              </a:pathLst>
            </a:custGeom>
            <a:solidFill>
              <a:srgbClr val="0b0a1c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wipe dir="l"/>
  </p:transition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86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587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88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589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590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1591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2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06 · WIDGET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593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594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5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Widget màn hình chính — 3 kiểu widget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596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597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598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599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600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1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22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602" name="Group 18"/>
          <p:cNvGrpSpPr/>
          <p:nvPr/>
        </p:nvGrpSpPr>
        <p:grpSpPr>
          <a:xfrm>
            <a:off x="754560" y="9298440"/>
            <a:ext cx="16778520" cy="576720"/>
            <a:chOff x="754560" y="9298440"/>
            <a:chExt cx="16778520" cy="576720"/>
          </a:xfrm>
        </p:grpSpPr>
        <p:sp>
          <p:nvSpPr>
            <p:cNvPr id="1603" name="Freeform 19"/>
            <p:cNvSpPr/>
            <p:nvPr/>
          </p:nvSpPr>
          <p:spPr>
            <a:xfrm>
              <a:off x="754560" y="9326880"/>
              <a:ext cx="16778520" cy="548280"/>
            </a:xfrm>
            <a:custGeom>
              <a:avLst/>
              <a:gdLst/>
              <a:ahLst/>
              <a:rect l="l" t="t" r="r" b="b"/>
              <a:pathLst>
                <a:path w="22371710" h="731520">
                  <a:moveTo>
                    <a:pt x="0" y="0"/>
                  </a:moveTo>
                  <a:lnTo>
                    <a:pt x="22371710" y="0"/>
                  </a:lnTo>
                  <a:lnTo>
                    <a:pt x="22371710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0">
              <a:blip r:embed="rId6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4" name="TextBox 20"/>
            <p:cNvSpPr/>
            <p:nvPr/>
          </p:nvSpPr>
          <p:spPr>
            <a:xfrm>
              <a:off x="754560" y="9298440"/>
              <a:ext cx="16778520" cy="5767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160"/>
                </a:lnSpc>
                <a:buNone/>
              </a:pPr>
              <a:r>
                <a:rPr b="0" i="1" lang="en-US" sz="180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Mỗi widget đọc dữ liệu qua WidgetDataHelper, tự đổi giao diện Sáng/Tối, có nút thêm nhanh và mở app.</a:t>
              </a:r>
              <a:endParaRPr b="0" lang="vi-VN" sz="1800" spc="-1" strike="noStrike">
                <a:latin typeface="Noto Sans CJK SC"/>
              </a:endParaRPr>
            </a:p>
          </p:txBody>
        </p:sp>
      </p:grpSp>
      <p:grpSp>
        <p:nvGrpSpPr>
          <p:cNvPr id="1605" name="Group 21"/>
          <p:cNvGrpSpPr/>
          <p:nvPr/>
        </p:nvGrpSpPr>
        <p:grpSpPr>
          <a:xfrm>
            <a:off x="10355760" y="2081160"/>
            <a:ext cx="10538280" cy="494640"/>
            <a:chOff x="10355760" y="2081160"/>
            <a:chExt cx="10538280" cy="494640"/>
          </a:xfrm>
        </p:grpSpPr>
        <p:sp>
          <p:nvSpPr>
            <p:cNvPr id="1606" name="Freeform 22"/>
            <p:cNvSpPr/>
            <p:nvPr/>
          </p:nvSpPr>
          <p:spPr>
            <a:xfrm>
              <a:off x="10355760" y="2109960"/>
              <a:ext cx="10538280" cy="465840"/>
            </a:xfrm>
            <a:custGeom>
              <a:avLst/>
              <a:gdLst/>
              <a:ahLst/>
              <a:rect l="l" t="t" r="r" b="b"/>
              <a:pathLst>
                <a:path w="14051400" h="621600">
                  <a:moveTo>
                    <a:pt x="0" y="0"/>
                  </a:moveTo>
                  <a:lnTo>
                    <a:pt x="14051400" y="0"/>
                  </a:lnTo>
                  <a:lnTo>
                    <a:pt x="14051400" y="621600"/>
                  </a:lnTo>
                  <a:lnTo>
                    <a:pt x="0" y="62160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07" name="TextBox 23"/>
            <p:cNvSpPr/>
            <p:nvPr/>
          </p:nvSpPr>
          <p:spPr>
            <a:xfrm>
              <a:off x="10355760" y="2081160"/>
              <a:ext cx="1053828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Widget vuông 2x2 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608" name="Group 24"/>
          <p:cNvGrpSpPr/>
          <p:nvPr/>
        </p:nvGrpSpPr>
        <p:grpSpPr>
          <a:xfrm>
            <a:off x="10355760" y="5816520"/>
            <a:ext cx="10538280" cy="494280"/>
            <a:chOff x="10355760" y="5816520"/>
            <a:chExt cx="10538280" cy="494280"/>
          </a:xfrm>
        </p:grpSpPr>
        <p:sp>
          <p:nvSpPr>
            <p:cNvPr id="1609" name="Freeform 25"/>
            <p:cNvSpPr/>
            <p:nvPr/>
          </p:nvSpPr>
          <p:spPr>
            <a:xfrm>
              <a:off x="10355760" y="5844960"/>
              <a:ext cx="10538280" cy="465840"/>
            </a:xfrm>
            <a:custGeom>
              <a:avLst/>
              <a:gdLst/>
              <a:ahLst/>
              <a:rect l="l" t="t" r="r" b="b"/>
              <a:pathLst>
                <a:path w="14051400" h="621600">
                  <a:moveTo>
                    <a:pt x="0" y="0"/>
                  </a:moveTo>
                  <a:lnTo>
                    <a:pt x="14051400" y="0"/>
                  </a:lnTo>
                  <a:lnTo>
                    <a:pt x="14051400" y="621600"/>
                  </a:lnTo>
                  <a:lnTo>
                    <a:pt x="0" y="621600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0" name="TextBox 26"/>
            <p:cNvSpPr/>
            <p:nvPr/>
          </p:nvSpPr>
          <p:spPr>
            <a:xfrm>
              <a:off x="10355760" y="5816520"/>
              <a:ext cx="1053828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Widget ngang 4x1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611" name="Group 27"/>
          <p:cNvGrpSpPr/>
          <p:nvPr/>
        </p:nvGrpSpPr>
        <p:grpSpPr>
          <a:xfrm>
            <a:off x="10355760" y="7557480"/>
            <a:ext cx="10538280" cy="494280"/>
            <a:chOff x="10355760" y="7557480"/>
            <a:chExt cx="10538280" cy="494280"/>
          </a:xfrm>
        </p:grpSpPr>
        <p:sp>
          <p:nvSpPr>
            <p:cNvPr id="1612" name="Freeform 28"/>
            <p:cNvSpPr/>
            <p:nvPr/>
          </p:nvSpPr>
          <p:spPr>
            <a:xfrm>
              <a:off x="10355760" y="7585920"/>
              <a:ext cx="10538280" cy="465840"/>
            </a:xfrm>
            <a:custGeom>
              <a:avLst/>
              <a:gdLst/>
              <a:ahLst/>
              <a:rect l="l" t="t" r="r" b="b"/>
              <a:pathLst>
                <a:path w="14051400" h="621600">
                  <a:moveTo>
                    <a:pt x="0" y="0"/>
                  </a:moveTo>
                  <a:lnTo>
                    <a:pt x="14051400" y="0"/>
                  </a:lnTo>
                  <a:lnTo>
                    <a:pt x="14051400" y="621600"/>
                  </a:lnTo>
                  <a:lnTo>
                    <a:pt x="0" y="621600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13" name="TextBox 29"/>
            <p:cNvSpPr/>
            <p:nvPr/>
          </p:nvSpPr>
          <p:spPr>
            <a:xfrm>
              <a:off x="10355760" y="7557480"/>
              <a:ext cx="10538280" cy="494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429"/>
                </a:lnSpc>
                <a:buNone/>
              </a:pPr>
              <a:r>
                <a:rPr b="1" lang="en-US" sz="2020" spc="-1" strike="noStrike">
                  <a:solidFill>
                    <a:srgbClr val="1e1e2e"/>
                  </a:solidFill>
                  <a:latin typeface="Calibri (MS) Bold"/>
                  <a:ea typeface="Calibri (MS) Bold"/>
                </a:rPr>
                <a:t>Widget nhỏ 2x1</a:t>
              </a:r>
              <a:endParaRPr b="0" lang="vi-VN" sz="2020" spc="-1" strike="noStrike">
                <a:latin typeface="Noto Sans CJK SC"/>
              </a:endParaRPr>
            </a:p>
          </p:txBody>
        </p:sp>
      </p:grpSp>
      <p:grpSp>
        <p:nvGrpSpPr>
          <p:cNvPr id="1614" name="Group 30"/>
          <p:cNvGrpSpPr/>
          <p:nvPr/>
        </p:nvGrpSpPr>
        <p:grpSpPr>
          <a:xfrm>
            <a:off x="4050000" y="1984320"/>
            <a:ext cx="6210360" cy="7113600"/>
            <a:chOff x="4050000" y="1984320"/>
            <a:chExt cx="6210360" cy="7113600"/>
          </a:xfrm>
        </p:grpSpPr>
        <p:sp>
          <p:nvSpPr>
            <p:cNvPr id="1615" name="Freeform 31"/>
            <p:cNvSpPr/>
            <p:nvPr/>
          </p:nvSpPr>
          <p:spPr>
            <a:xfrm>
              <a:off x="4050000" y="1984320"/>
              <a:ext cx="6210360" cy="7113600"/>
            </a:xfrm>
            <a:custGeom>
              <a:avLst/>
              <a:gdLst/>
              <a:ahLst/>
              <a:rect l="l" t="t" r="r" b="b"/>
              <a:pathLst>
                <a:path w="8281162" h="9485376">
                  <a:moveTo>
                    <a:pt x="0" y="0"/>
                  </a:moveTo>
                  <a:lnTo>
                    <a:pt x="8281162" y="0"/>
                  </a:lnTo>
                  <a:lnTo>
                    <a:pt x="8281162" y="9485376"/>
                  </a:lnTo>
                  <a:lnTo>
                    <a:pt x="0" y="948537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wipe dir="l"/>
  </p:transition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16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617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18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619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20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1621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2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06 · HỆ THỐNG NỀN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623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624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5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Nhắc nhở thông minh &amp; Lịch Âm Dương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626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627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28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629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630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31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23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632" name="Group 18"/>
          <p:cNvGrpSpPr/>
          <p:nvPr/>
        </p:nvGrpSpPr>
        <p:grpSpPr>
          <a:xfrm>
            <a:off x="744840" y="2322360"/>
            <a:ext cx="8065080" cy="7013880"/>
            <a:chOff x="744840" y="2322360"/>
            <a:chExt cx="8065080" cy="7013880"/>
          </a:xfrm>
        </p:grpSpPr>
        <p:sp>
          <p:nvSpPr>
            <p:cNvPr id="1633" name="Freeform 19"/>
            <p:cNvSpPr/>
            <p:nvPr/>
          </p:nvSpPr>
          <p:spPr>
            <a:xfrm>
              <a:off x="744840" y="2322360"/>
              <a:ext cx="8065080" cy="7013880"/>
            </a:xfrm>
            <a:custGeom>
              <a:avLst/>
              <a:gdLst/>
              <a:ahLst/>
              <a:rect l="l" t="t" r="r" b="b"/>
              <a:pathLst>
                <a:path w="10753979" h="935228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0497312" y="0"/>
                  </a:lnTo>
                  <a:cubicBezTo>
                    <a:pt x="10639044" y="0"/>
                    <a:pt x="10753979" y="114935"/>
                    <a:pt x="10753979" y="256667"/>
                  </a:cubicBezTo>
                  <a:lnTo>
                    <a:pt x="10753979" y="9095613"/>
                  </a:lnTo>
                  <a:cubicBezTo>
                    <a:pt x="10753979" y="9237345"/>
                    <a:pt x="10639044" y="9352280"/>
                    <a:pt x="10497312" y="9352280"/>
                  </a:cubicBezTo>
                  <a:lnTo>
                    <a:pt x="256667" y="9352280"/>
                  </a:lnTo>
                  <a:cubicBezTo>
                    <a:pt x="114935" y="9352280"/>
                    <a:pt x="0" y="9237345"/>
                    <a:pt x="0" y="909561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34" name="Group 20"/>
          <p:cNvGrpSpPr/>
          <p:nvPr/>
        </p:nvGrpSpPr>
        <p:grpSpPr>
          <a:xfrm>
            <a:off x="1166040" y="2743200"/>
            <a:ext cx="767880" cy="767880"/>
            <a:chOff x="1166040" y="2743200"/>
            <a:chExt cx="767880" cy="767880"/>
          </a:xfrm>
        </p:grpSpPr>
        <p:sp>
          <p:nvSpPr>
            <p:cNvPr id="1635" name="Freeform 21"/>
            <p:cNvSpPr/>
            <p:nvPr/>
          </p:nvSpPr>
          <p:spPr>
            <a:xfrm>
              <a:off x="1166040" y="2743200"/>
              <a:ext cx="767880" cy="767880"/>
            </a:xfrm>
            <a:custGeom>
              <a:avLst/>
              <a:gdLst/>
              <a:ah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dc26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36" name="Group 22"/>
          <p:cNvGrpSpPr/>
          <p:nvPr/>
        </p:nvGrpSpPr>
        <p:grpSpPr>
          <a:xfrm>
            <a:off x="1344240" y="2921400"/>
            <a:ext cx="411120" cy="411120"/>
            <a:chOff x="1344240" y="2921400"/>
            <a:chExt cx="411120" cy="411120"/>
          </a:xfrm>
        </p:grpSpPr>
        <p:sp>
          <p:nvSpPr>
            <p:cNvPr id="1637" name="Freeform 23"/>
            <p:cNvSpPr/>
            <p:nvPr/>
          </p:nvSpPr>
          <p:spPr>
            <a:xfrm>
              <a:off x="1344240" y="2921400"/>
              <a:ext cx="411120" cy="411120"/>
            </a:xfrm>
            <a:custGeom>
              <a:avLst/>
              <a:gdLst/>
              <a:ah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38" name="Group 24"/>
          <p:cNvGrpSpPr/>
          <p:nvPr/>
        </p:nvGrpSpPr>
        <p:grpSpPr>
          <a:xfrm>
            <a:off x="2126160" y="2791080"/>
            <a:ext cx="6400080" cy="665280"/>
            <a:chOff x="2126160" y="2791080"/>
            <a:chExt cx="6400080" cy="665280"/>
          </a:xfrm>
        </p:grpSpPr>
        <p:sp>
          <p:nvSpPr>
            <p:cNvPr id="1639" name="Freeform 25"/>
            <p:cNvSpPr/>
            <p:nvPr/>
          </p:nvSpPr>
          <p:spPr>
            <a:xfrm>
              <a:off x="2126160" y="2797920"/>
              <a:ext cx="6400080" cy="658080"/>
            </a:xfrm>
            <a:custGeom>
              <a:avLst/>
              <a:gdLst/>
              <a:ahLst/>
              <a:rect l="l" t="t" r="r" b="b"/>
              <a:pathLst>
                <a:path w="8534096" h="877824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40" name="TextBox 26"/>
            <p:cNvSpPr/>
            <p:nvPr/>
          </p:nvSpPr>
          <p:spPr>
            <a:xfrm>
              <a:off x="2126160" y="2791080"/>
              <a:ext cx="6400080" cy="6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3061"/>
                </a:lnSpc>
                <a:buNone/>
              </a:pPr>
              <a:r>
                <a:rPr b="1" lang="en-US" sz="255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Thông báo &amp; Nhắc nhở</a:t>
              </a:r>
              <a:endParaRPr b="0" lang="vi-VN" sz="2550" spc="-1" strike="noStrike">
                <a:latin typeface="Noto Sans CJK SC"/>
              </a:endParaRPr>
            </a:p>
          </p:txBody>
        </p:sp>
      </p:grpSp>
      <p:sp>
        <p:nvSpPr>
          <p:cNvPr id="1641" name="TextBox 27"/>
          <p:cNvSpPr/>
          <p:nvPr/>
        </p:nvSpPr>
        <p:spPr>
          <a:xfrm>
            <a:off x="1325880" y="3779640"/>
            <a:ext cx="6903000" cy="2287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39480" indent="-169560">
              <a:lnSpc>
                <a:spcPts val="2251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AlarmManager lên lịch thông báo chính xác theo thời điểm sự kiện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251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2 kênh thông báo riêng biệt: có âm thanh và im lặng (NotificationChannel)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251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Tự động xin quyền POST_NOTIFICATIONS trên Android 13+ khi mở app lần đầu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251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Nút “Thử nghiệm thông báo &amp; chuông báo ngay” trong màn hình Cài đặt</a:t>
            </a:r>
            <a:endParaRPr b="0" lang="vi-VN" sz="1870" spc="-1" strike="noStrike">
              <a:latin typeface="Noto Sans CJK SC"/>
            </a:endParaRPr>
          </a:p>
        </p:txBody>
      </p:sp>
      <p:grpSp>
        <p:nvGrpSpPr>
          <p:cNvPr id="1642" name="Group 28"/>
          <p:cNvGrpSpPr/>
          <p:nvPr/>
        </p:nvGrpSpPr>
        <p:grpSpPr>
          <a:xfrm>
            <a:off x="9486720" y="2331720"/>
            <a:ext cx="8046000" cy="6994800"/>
            <a:chOff x="9486720" y="2331720"/>
            <a:chExt cx="8046000" cy="6994800"/>
          </a:xfrm>
        </p:grpSpPr>
        <p:sp>
          <p:nvSpPr>
            <p:cNvPr id="1643" name="Freeform 29"/>
            <p:cNvSpPr/>
            <p:nvPr/>
          </p:nvSpPr>
          <p:spPr>
            <a:xfrm>
              <a:off x="9486720" y="2331720"/>
              <a:ext cx="8046000" cy="6994800"/>
            </a:xfrm>
            <a:custGeom>
              <a:avLst/>
              <a:gdLst/>
              <a:ahLst/>
              <a:rect l="l" t="t" r="r" b="b"/>
              <a:pathLst>
                <a:path w="10728706" h="9326880">
                  <a:moveTo>
                    <a:pt x="0" y="256032"/>
                  </a:moveTo>
                  <a:cubicBezTo>
                    <a:pt x="0" y="114681"/>
                    <a:pt x="114681" y="0"/>
                    <a:pt x="256032" y="0"/>
                  </a:cubicBezTo>
                  <a:lnTo>
                    <a:pt x="10472674" y="0"/>
                  </a:lnTo>
                  <a:cubicBezTo>
                    <a:pt x="10614025" y="0"/>
                    <a:pt x="10728706" y="114681"/>
                    <a:pt x="10728706" y="256032"/>
                  </a:cubicBezTo>
                  <a:lnTo>
                    <a:pt x="10728706" y="9070848"/>
                  </a:lnTo>
                  <a:cubicBezTo>
                    <a:pt x="10728706" y="9212199"/>
                    <a:pt x="10614025" y="9326880"/>
                    <a:pt x="10472674" y="9326880"/>
                  </a:cubicBezTo>
                  <a:lnTo>
                    <a:pt x="256032" y="9326880"/>
                  </a:lnTo>
                  <a:cubicBezTo>
                    <a:pt x="114681" y="9326880"/>
                    <a:pt x="0" y="9212199"/>
                    <a:pt x="0" y="9070848"/>
                  </a:cubicBezTo>
                  <a:close/>
                </a:path>
              </a:pathLst>
            </a:custGeom>
            <a:solidFill>
              <a:srgbClr val="1c14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44" name="Group 30"/>
          <p:cNvGrpSpPr/>
          <p:nvPr/>
        </p:nvGrpSpPr>
        <p:grpSpPr>
          <a:xfrm>
            <a:off x="9898200" y="2743200"/>
            <a:ext cx="767880" cy="767880"/>
            <a:chOff x="9898200" y="2743200"/>
            <a:chExt cx="767880" cy="767880"/>
          </a:xfrm>
        </p:grpSpPr>
        <p:sp>
          <p:nvSpPr>
            <p:cNvPr id="1645" name="Freeform 31"/>
            <p:cNvSpPr/>
            <p:nvPr/>
          </p:nvSpPr>
          <p:spPr>
            <a:xfrm>
              <a:off x="9898200" y="2743200"/>
              <a:ext cx="767880" cy="767880"/>
            </a:xfrm>
            <a:custGeom>
              <a:avLst/>
              <a:gdLst/>
              <a:ah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662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46" name="Group 32"/>
          <p:cNvGrpSpPr/>
          <p:nvPr/>
        </p:nvGrpSpPr>
        <p:grpSpPr>
          <a:xfrm>
            <a:off x="10076400" y="2921400"/>
            <a:ext cx="411120" cy="411120"/>
            <a:chOff x="10076400" y="2921400"/>
            <a:chExt cx="411120" cy="411120"/>
          </a:xfrm>
        </p:grpSpPr>
        <p:sp>
          <p:nvSpPr>
            <p:cNvPr id="1647" name="Freeform 33"/>
            <p:cNvSpPr/>
            <p:nvPr/>
          </p:nvSpPr>
          <p:spPr>
            <a:xfrm>
              <a:off x="10076400" y="2921400"/>
              <a:ext cx="411120" cy="411120"/>
            </a:xfrm>
            <a:custGeom>
              <a:avLst/>
              <a:gdLst/>
              <a:ah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48" name="Group 34"/>
          <p:cNvGrpSpPr/>
          <p:nvPr/>
        </p:nvGrpSpPr>
        <p:grpSpPr>
          <a:xfrm>
            <a:off x="10858320" y="2791080"/>
            <a:ext cx="6400080" cy="665280"/>
            <a:chOff x="10858320" y="2791080"/>
            <a:chExt cx="6400080" cy="665280"/>
          </a:xfrm>
        </p:grpSpPr>
        <p:sp>
          <p:nvSpPr>
            <p:cNvPr id="1649" name="Freeform 35"/>
            <p:cNvSpPr/>
            <p:nvPr/>
          </p:nvSpPr>
          <p:spPr>
            <a:xfrm>
              <a:off x="10858320" y="2797920"/>
              <a:ext cx="6400080" cy="658080"/>
            </a:xfrm>
            <a:custGeom>
              <a:avLst/>
              <a:gdLst/>
              <a:ahLst/>
              <a:rect l="l" t="t" r="r" b="b"/>
              <a:pathLst>
                <a:path w="8534096" h="877824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50" name="TextBox 36"/>
            <p:cNvSpPr/>
            <p:nvPr/>
          </p:nvSpPr>
          <p:spPr>
            <a:xfrm>
              <a:off x="10858320" y="2791080"/>
              <a:ext cx="6400080" cy="6652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3061"/>
                </a:lnSpc>
                <a:buNone/>
              </a:pPr>
              <a:r>
                <a:rPr b="1" lang="en-US" sz="2550" spc="-1" strike="noStrike">
                  <a:solidFill>
                    <a:srgbClr val="ffffff"/>
                  </a:solidFill>
                  <a:latin typeface="Cambria Bold"/>
                  <a:ea typeface="Cambria Bold"/>
                </a:rPr>
                <a:t>Lịch Âm Dương Việt Nam</a:t>
              </a:r>
              <a:endParaRPr b="0" lang="vi-VN" sz="2550" spc="-1" strike="noStrike">
                <a:latin typeface="Noto Sans CJK SC"/>
              </a:endParaRPr>
            </a:p>
          </p:txBody>
        </p:sp>
      </p:grpSp>
      <p:sp>
        <p:nvSpPr>
          <p:cNvPr id="1651" name="TextBox 37"/>
          <p:cNvSpPr/>
          <p:nvPr/>
        </p:nvSpPr>
        <p:spPr>
          <a:xfrm>
            <a:off x="10058040" y="3750840"/>
            <a:ext cx="6903000" cy="2301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d9d3fa"/>
                </a:solidFill>
                <a:latin typeface="Calibri (MS)"/>
                <a:ea typeface="Calibri (MS)"/>
              </a:rPr>
              <a:t>Thuật toán chuyển đổi thiên văn chính xác (tham khảo Hồ Ngọc Đức), tính múi giờ GMT+7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d9d3fa"/>
                </a:solidFill>
                <a:latin typeface="Calibri (MS)"/>
                <a:ea typeface="Calibri (MS)"/>
              </a:rPr>
              <a:t>Hiển thị Can Chi của ngày, tháng và năm Âm lịch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d9d3fa"/>
                </a:solidFill>
                <a:latin typeface="Calibri (MS)"/>
                <a:ea typeface="Calibri (MS)"/>
              </a:rPr>
              <a:t>Nhận diện các ngày Âm lịch quan trọng: mùng 1 và ngày rằm (15)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588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d9d3fa"/>
                </a:solidFill>
                <a:latin typeface="Calibri (MS)"/>
                <a:ea typeface="Calibri (MS)"/>
              </a:rPr>
              <a:t>Kết quả được cache lại (ConcurrentHashMap) để tối ưu hiệu năng hiển thị</a:t>
            </a:r>
            <a:endParaRPr b="0" lang="vi-VN" sz="1870" spc="-1" strike="noStrike">
              <a:latin typeface="Noto Sans CJK SC"/>
            </a:endParaRPr>
          </a:p>
        </p:txBody>
      </p:sp>
      <p:grpSp>
        <p:nvGrpSpPr>
          <p:cNvPr id="1652" name="Group 38"/>
          <p:cNvGrpSpPr/>
          <p:nvPr/>
        </p:nvGrpSpPr>
        <p:grpSpPr>
          <a:xfrm>
            <a:off x="1642680" y="6790680"/>
            <a:ext cx="6269040" cy="2192760"/>
            <a:chOff x="1642680" y="6790680"/>
            <a:chExt cx="6269040" cy="2192760"/>
          </a:xfrm>
        </p:grpSpPr>
        <p:sp>
          <p:nvSpPr>
            <p:cNvPr id="1653" name="Freeform 39"/>
            <p:cNvSpPr/>
            <p:nvPr/>
          </p:nvSpPr>
          <p:spPr>
            <a:xfrm>
              <a:off x="1642680" y="6790680"/>
              <a:ext cx="6269040" cy="2192760"/>
            </a:xfrm>
            <a:custGeom>
              <a:avLst/>
              <a:gdLst/>
              <a:ahLst/>
              <a:rect l="l" t="t" r="r" b="b"/>
              <a:pathLst>
                <a:path w="8359394" h="2924302">
                  <a:moveTo>
                    <a:pt x="0" y="0"/>
                  </a:moveTo>
                  <a:lnTo>
                    <a:pt x="8359394" y="0"/>
                  </a:lnTo>
                  <a:lnTo>
                    <a:pt x="8359394" y="2924302"/>
                  </a:lnTo>
                  <a:lnTo>
                    <a:pt x="0" y="2924302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0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</p:spTree>
  </p:cSld>
  <p:transition>
    <p:wipe dir="l"/>
  </p:transition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54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655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56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657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58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1659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0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06 · HỆ THỐNG NỀN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661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662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3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Tích hợp dữ liệu từ API bên ngoài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664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665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6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667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668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69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24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670" name="Group 18"/>
          <p:cNvGrpSpPr/>
          <p:nvPr/>
        </p:nvGrpSpPr>
        <p:grpSpPr>
          <a:xfrm>
            <a:off x="744840" y="2527920"/>
            <a:ext cx="5245920" cy="5093640"/>
            <a:chOff x="744840" y="2527920"/>
            <a:chExt cx="5245920" cy="5093640"/>
          </a:xfrm>
        </p:grpSpPr>
        <p:sp>
          <p:nvSpPr>
            <p:cNvPr id="1671" name="Freeform 19"/>
            <p:cNvSpPr/>
            <p:nvPr/>
          </p:nvSpPr>
          <p:spPr>
            <a:xfrm>
              <a:off x="744840" y="2527920"/>
              <a:ext cx="5245920" cy="5093640"/>
            </a:xfrm>
            <a:custGeom>
              <a:avLst/>
              <a:gdLst/>
              <a:ahLst/>
              <a:rect l="l" t="t" r="r" b="b"/>
              <a:pathLst>
                <a:path w="6995033" h="6791960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737985" y="0"/>
                  </a:lnTo>
                  <a:cubicBezTo>
                    <a:pt x="6879971" y="0"/>
                    <a:pt x="6995033" y="115062"/>
                    <a:pt x="6995033" y="257048"/>
                  </a:cubicBezTo>
                  <a:lnTo>
                    <a:pt x="6995033" y="6534912"/>
                  </a:lnTo>
                  <a:cubicBezTo>
                    <a:pt x="6995033" y="6676898"/>
                    <a:pt x="6879971" y="6791960"/>
                    <a:pt x="6737985" y="6791960"/>
                  </a:cubicBezTo>
                  <a:lnTo>
                    <a:pt x="257048" y="6791960"/>
                  </a:lnTo>
                  <a:cubicBezTo>
                    <a:pt x="115062" y="6791960"/>
                    <a:pt x="0" y="6676898"/>
                    <a:pt x="0" y="6534912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72" name="Group 20"/>
          <p:cNvGrpSpPr/>
          <p:nvPr/>
        </p:nvGrpSpPr>
        <p:grpSpPr>
          <a:xfrm>
            <a:off x="2915280" y="2976480"/>
            <a:ext cx="905040" cy="905040"/>
            <a:chOff x="2915280" y="2976480"/>
            <a:chExt cx="905040" cy="905040"/>
          </a:xfrm>
        </p:grpSpPr>
        <p:sp>
          <p:nvSpPr>
            <p:cNvPr id="1673" name="Freeform 21"/>
            <p:cNvSpPr/>
            <p:nvPr/>
          </p:nvSpPr>
          <p:spPr>
            <a:xfrm>
              <a:off x="2915280" y="2976480"/>
              <a:ext cx="905040" cy="905040"/>
            </a:xfrm>
            <a:custGeom>
              <a:avLst/>
              <a:gdLst/>
              <a:ah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06b6d4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74" name="Group 22"/>
          <p:cNvGrpSpPr/>
          <p:nvPr/>
        </p:nvGrpSpPr>
        <p:grpSpPr>
          <a:xfrm>
            <a:off x="3121200" y="3182040"/>
            <a:ext cx="493560" cy="493560"/>
            <a:chOff x="3121200" y="3182040"/>
            <a:chExt cx="493560" cy="493560"/>
          </a:xfrm>
        </p:grpSpPr>
        <p:sp>
          <p:nvSpPr>
            <p:cNvPr id="1675" name="Freeform 23"/>
            <p:cNvSpPr/>
            <p:nvPr/>
          </p:nvSpPr>
          <p:spPr>
            <a:xfrm>
              <a:off x="3121200" y="3182040"/>
              <a:ext cx="493560" cy="493560"/>
            </a:xfrm>
            <a:custGeom>
              <a:avLst/>
              <a:gdLst/>
              <a:ah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76" name="TextBox 24"/>
          <p:cNvSpPr/>
          <p:nvPr/>
        </p:nvSpPr>
        <p:spPr>
          <a:xfrm>
            <a:off x="1092600" y="4125600"/>
            <a:ext cx="4550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algn="ctr">
              <a:lnSpc>
                <a:spcPts val="2880"/>
              </a:lnSpc>
              <a:buNone/>
            </a:pPr>
            <a:r>
              <a:rPr b="1" lang="en-US" sz="2020" spc="-1" strike="noStrike">
                <a:solidFill>
                  <a:srgbClr val="1e1e2e"/>
                </a:solidFill>
                <a:latin typeface="Calibri (MS) Bold"/>
                <a:ea typeface="Calibri (MS) Bold"/>
              </a:rPr>
              <a:t>Open-Meteo</a:t>
            </a:r>
            <a:endParaRPr b="0" lang="vi-VN" sz="2020" spc="-1" strike="noStrike">
              <a:latin typeface="Noto Sans CJK SC"/>
            </a:endParaRPr>
          </a:p>
        </p:txBody>
      </p:sp>
      <p:grpSp>
        <p:nvGrpSpPr>
          <p:cNvPr id="1677" name="Group 25"/>
          <p:cNvGrpSpPr/>
          <p:nvPr/>
        </p:nvGrpSpPr>
        <p:grpSpPr>
          <a:xfrm>
            <a:off x="1056240" y="5003640"/>
            <a:ext cx="4623480" cy="1579680"/>
            <a:chOff x="1056240" y="5003640"/>
            <a:chExt cx="4623480" cy="1579680"/>
          </a:xfrm>
        </p:grpSpPr>
        <p:sp>
          <p:nvSpPr>
            <p:cNvPr id="1678" name="Freeform 26"/>
            <p:cNvSpPr/>
            <p:nvPr/>
          </p:nvSpPr>
          <p:spPr>
            <a:xfrm>
              <a:off x="1056240" y="5074920"/>
              <a:ext cx="4623480" cy="1508400"/>
            </a:xfrm>
            <a:custGeom>
              <a:avLst/>
              <a:gdLst/>
              <a:ahLst/>
              <a:rect l="l" t="t" r="r" b="b"/>
              <a:pathLst>
                <a:path w="6164884" h="2011680">
                  <a:moveTo>
                    <a:pt x="0" y="0"/>
                  </a:moveTo>
                  <a:lnTo>
                    <a:pt x="6164884" y="0"/>
                  </a:lnTo>
                  <a:lnTo>
                    <a:pt x="6164884" y="2011680"/>
                  </a:lnTo>
                  <a:lnTo>
                    <a:pt x="0" y="2011680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79" name="TextBox 27"/>
            <p:cNvSpPr/>
            <p:nvPr/>
          </p:nvSpPr>
          <p:spPr>
            <a:xfrm>
              <a:off x="1056240" y="5003640"/>
              <a:ext cx="4623480" cy="157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429"/>
                </a:lnSpc>
                <a:buNone/>
              </a:pPr>
              <a:r>
                <a:rPr b="0" lang="en-US" sz="154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Dự báo thời tiết 7 ngày kế tiếp theo toạ độ (mặc định Hà Nội, Việt Nam)</a:t>
              </a:r>
              <a:endParaRPr b="0" lang="vi-VN" sz="1540" spc="-1" strike="noStrike">
                <a:latin typeface="Noto Sans CJK SC"/>
              </a:endParaRPr>
            </a:p>
          </p:txBody>
        </p:sp>
      </p:grpSp>
      <p:grpSp>
        <p:nvGrpSpPr>
          <p:cNvPr id="1680" name="Group 28"/>
          <p:cNvGrpSpPr/>
          <p:nvPr/>
        </p:nvGrpSpPr>
        <p:grpSpPr>
          <a:xfrm>
            <a:off x="1049040" y="6850800"/>
            <a:ext cx="4637520" cy="534960"/>
            <a:chOff x="1049040" y="6850800"/>
            <a:chExt cx="4637520" cy="534960"/>
          </a:xfrm>
        </p:grpSpPr>
        <p:sp>
          <p:nvSpPr>
            <p:cNvPr id="1681" name="Freeform 29"/>
            <p:cNvSpPr/>
            <p:nvPr/>
          </p:nvSpPr>
          <p:spPr>
            <a:xfrm>
              <a:off x="1049040" y="6850800"/>
              <a:ext cx="4637520" cy="534960"/>
            </a:xfrm>
            <a:custGeom>
              <a:avLst/>
              <a:gdLst/>
              <a:ahLst/>
              <a:rect l="l" t="t" r="r" b="b"/>
              <a:pathLst>
                <a:path w="6184011" h="713994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6033643" y="0"/>
                  </a:lnTo>
                  <a:cubicBezTo>
                    <a:pt x="6116701" y="0"/>
                    <a:pt x="6184011" y="67310"/>
                    <a:pt x="6184011" y="150368"/>
                  </a:cubicBezTo>
                  <a:lnTo>
                    <a:pt x="6184011" y="563626"/>
                  </a:lnTo>
                  <a:cubicBezTo>
                    <a:pt x="6184011" y="646684"/>
                    <a:pt x="6116701" y="713994"/>
                    <a:pt x="6033643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82" name="Group 30"/>
          <p:cNvGrpSpPr/>
          <p:nvPr/>
        </p:nvGrpSpPr>
        <p:grpSpPr>
          <a:xfrm>
            <a:off x="1056240" y="6850800"/>
            <a:ext cx="4623480" cy="528120"/>
            <a:chOff x="1056240" y="6850800"/>
            <a:chExt cx="4623480" cy="528120"/>
          </a:xfrm>
        </p:grpSpPr>
        <p:sp>
          <p:nvSpPr>
            <p:cNvPr id="1683" name="Freeform 31"/>
            <p:cNvSpPr/>
            <p:nvPr/>
          </p:nvSpPr>
          <p:spPr>
            <a:xfrm>
              <a:off x="1056240" y="6858000"/>
              <a:ext cx="4623480" cy="520920"/>
            </a:xfrm>
            <a:custGeom>
              <a:avLst/>
              <a:gdLst/>
              <a:ahLst/>
              <a:rect l="l" t="t" r="r" b="b"/>
              <a:pathLst>
                <a:path w="6164884" h="694944">
                  <a:moveTo>
                    <a:pt x="0" y="0"/>
                  </a:moveTo>
                  <a:lnTo>
                    <a:pt x="6164884" y="0"/>
                  </a:lnTo>
                  <a:lnTo>
                    <a:pt x="6164884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0">
              <a:blip r:embed="rId8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84" name="TextBox 32"/>
            <p:cNvSpPr/>
            <p:nvPr/>
          </p:nvSpPr>
          <p:spPr>
            <a:xfrm>
              <a:off x="1056240" y="6850800"/>
              <a:ext cx="46234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494"/>
                </a:lnSpc>
                <a:buNone/>
              </a:pPr>
              <a:r>
                <a:rPr b="0" lang="en-US" sz="1240" spc="-1" strike="noStrike">
                  <a:solidFill>
                    <a:srgbClr val="5b42f3"/>
                  </a:solidFill>
                  <a:latin typeface="Courier New"/>
                  <a:ea typeface="Courier New"/>
                </a:rPr>
                <a:t>GET /v1/forecast</a:t>
              </a:r>
              <a:endParaRPr b="0" lang="vi-VN" sz="1240" spc="-1" strike="noStrike">
                <a:latin typeface="Noto Sans CJK SC"/>
              </a:endParaRPr>
            </a:p>
          </p:txBody>
        </p:sp>
      </p:grpSp>
      <p:grpSp>
        <p:nvGrpSpPr>
          <p:cNvPr id="1685" name="Group 33"/>
          <p:cNvGrpSpPr/>
          <p:nvPr/>
        </p:nvGrpSpPr>
        <p:grpSpPr>
          <a:xfrm>
            <a:off x="6520680" y="2527920"/>
            <a:ext cx="5245920" cy="5093640"/>
            <a:chOff x="6520680" y="2527920"/>
            <a:chExt cx="5245920" cy="5093640"/>
          </a:xfrm>
        </p:grpSpPr>
        <p:sp>
          <p:nvSpPr>
            <p:cNvPr id="1686" name="Freeform 34"/>
            <p:cNvSpPr/>
            <p:nvPr/>
          </p:nvSpPr>
          <p:spPr>
            <a:xfrm>
              <a:off x="6520680" y="2527920"/>
              <a:ext cx="5245920" cy="5093640"/>
            </a:xfrm>
            <a:custGeom>
              <a:avLst/>
              <a:gdLst/>
              <a:ahLst/>
              <a:rect l="l" t="t" r="r" b="b"/>
              <a:pathLst>
                <a:path w="6995033" h="6791960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737985" y="0"/>
                  </a:lnTo>
                  <a:cubicBezTo>
                    <a:pt x="6879971" y="0"/>
                    <a:pt x="6995033" y="115062"/>
                    <a:pt x="6995033" y="257048"/>
                  </a:cubicBezTo>
                  <a:lnTo>
                    <a:pt x="6995033" y="6534912"/>
                  </a:lnTo>
                  <a:cubicBezTo>
                    <a:pt x="6995033" y="6676898"/>
                    <a:pt x="6879971" y="6791960"/>
                    <a:pt x="6737985" y="6791960"/>
                  </a:cubicBezTo>
                  <a:lnTo>
                    <a:pt x="257048" y="6791960"/>
                  </a:lnTo>
                  <a:cubicBezTo>
                    <a:pt x="115062" y="6791960"/>
                    <a:pt x="0" y="6676898"/>
                    <a:pt x="0" y="6534912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87" name="Group 35"/>
          <p:cNvGrpSpPr/>
          <p:nvPr/>
        </p:nvGrpSpPr>
        <p:grpSpPr>
          <a:xfrm>
            <a:off x="8691120" y="2976480"/>
            <a:ext cx="905040" cy="905040"/>
            <a:chOff x="8691120" y="2976480"/>
            <a:chExt cx="905040" cy="905040"/>
          </a:xfrm>
        </p:grpSpPr>
        <p:sp>
          <p:nvSpPr>
            <p:cNvPr id="1688" name="Freeform 36"/>
            <p:cNvSpPr/>
            <p:nvPr/>
          </p:nvSpPr>
          <p:spPr>
            <a:xfrm>
              <a:off x="8691120" y="2976480"/>
              <a:ext cx="905040" cy="905040"/>
            </a:xfrm>
            <a:custGeom>
              <a:avLst/>
              <a:gdLst/>
              <a:ah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dc2626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89" name="Group 37"/>
          <p:cNvGrpSpPr/>
          <p:nvPr/>
        </p:nvGrpSpPr>
        <p:grpSpPr>
          <a:xfrm>
            <a:off x="8897040" y="3182040"/>
            <a:ext cx="493560" cy="493560"/>
            <a:chOff x="8897040" y="3182040"/>
            <a:chExt cx="493560" cy="493560"/>
          </a:xfrm>
        </p:grpSpPr>
        <p:sp>
          <p:nvSpPr>
            <p:cNvPr id="1690" name="Freeform 38"/>
            <p:cNvSpPr/>
            <p:nvPr/>
          </p:nvSpPr>
          <p:spPr>
            <a:xfrm>
              <a:off x="8897040" y="3182040"/>
              <a:ext cx="493560" cy="493560"/>
            </a:xfrm>
            <a:custGeom>
              <a:avLst/>
              <a:gdLst/>
              <a:ah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9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691" name="TextBox 39"/>
          <p:cNvSpPr/>
          <p:nvPr/>
        </p:nvSpPr>
        <p:spPr>
          <a:xfrm>
            <a:off x="6868440" y="4125600"/>
            <a:ext cx="4550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algn="ctr">
              <a:lnSpc>
                <a:spcPts val="2880"/>
              </a:lnSpc>
              <a:buNone/>
            </a:pPr>
            <a:r>
              <a:rPr b="1" lang="en-US" sz="2020" spc="-1" strike="noStrike">
                <a:solidFill>
                  <a:srgbClr val="1e1e2e"/>
                </a:solidFill>
                <a:latin typeface="Calibri (MS) Bold"/>
                <a:ea typeface="Calibri (MS) Bold"/>
              </a:rPr>
              <a:t>date.nager.at</a:t>
            </a:r>
            <a:endParaRPr b="0" lang="vi-VN" sz="2020" spc="-1" strike="noStrike">
              <a:latin typeface="Noto Sans CJK SC"/>
            </a:endParaRPr>
          </a:p>
        </p:txBody>
      </p:sp>
      <p:grpSp>
        <p:nvGrpSpPr>
          <p:cNvPr id="1692" name="Group 40"/>
          <p:cNvGrpSpPr/>
          <p:nvPr/>
        </p:nvGrpSpPr>
        <p:grpSpPr>
          <a:xfrm>
            <a:off x="6832080" y="5003640"/>
            <a:ext cx="4623480" cy="1579680"/>
            <a:chOff x="6832080" y="5003640"/>
            <a:chExt cx="4623480" cy="1579680"/>
          </a:xfrm>
        </p:grpSpPr>
        <p:sp>
          <p:nvSpPr>
            <p:cNvPr id="1693" name="Freeform 41"/>
            <p:cNvSpPr/>
            <p:nvPr/>
          </p:nvSpPr>
          <p:spPr>
            <a:xfrm>
              <a:off x="6832080" y="5074920"/>
              <a:ext cx="4623480" cy="1508400"/>
            </a:xfrm>
            <a:custGeom>
              <a:avLst/>
              <a:gdLst/>
              <a:ahLst/>
              <a:rect l="l" t="t" r="r" b="b"/>
              <a:pathLst>
                <a:path w="6164884" h="2011680">
                  <a:moveTo>
                    <a:pt x="0" y="0"/>
                  </a:moveTo>
                  <a:lnTo>
                    <a:pt x="6164884" y="0"/>
                  </a:lnTo>
                  <a:lnTo>
                    <a:pt x="6164884" y="2011680"/>
                  </a:lnTo>
                  <a:lnTo>
                    <a:pt x="0" y="2011680"/>
                  </a:lnTo>
                  <a:close/>
                </a:path>
              </a:pathLst>
            </a:custGeom>
            <a:blipFill rotWithShape="0">
              <a:blip r:embed="rId10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4" name="TextBox 42"/>
            <p:cNvSpPr/>
            <p:nvPr/>
          </p:nvSpPr>
          <p:spPr>
            <a:xfrm>
              <a:off x="6832080" y="5003640"/>
              <a:ext cx="4623480" cy="157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429"/>
                </a:lnSpc>
                <a:buNone/>
              </a:pPr>
              <a:r>
                <a:rPr b="0" lang="en-US" sz="154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Danh sách ngày lễ công cộng Việt Nam theo từng năm</a:t>
              </a:r>
              <a:endParaRPr b="0" lang="vi-VN" sz="1540" spc="-1" strike="noStrike">
                <a:latin typeface="Noto Sans CJK SC"/>
              </a:endParaRPr>
            </a:p>
          </p:txBody>
        </p:sp>
      </p:grpSp>
      <p:grpSp>
        <p:nvGrpSpPr>
          <p:cNvPr id="1695" name="Group 43"/>
          <p:cNvGrpSpPr/>
          <p:nvPr/>
        </p:nvGrpSpPr>
        <p:grpSpPr>
          <a:xfrm>
            <a:off x="6824880" y="6850800"/>
            <a:ext cx="4637520" cy="534960"/>
            <a:chOff x="6824880" y="6850800"/>
            <a:chExt cx="4637520" cy="534960"/>
          </a:xfrm>
        </p:grpSpPr>
        <p:sp>
          <p:nvSpPr>
            <p:cNvPr id="1696" name="Freeform 44"/>
            <p:cNvSpPr/>
            <p:nvPr/>
          </p:nvSpPr>
          <p:spPr>
            <a:xfrm>
              <a:off x="6824880" y="6850800"/>
              <a:ext cx="4637520" cy="534960"/>
            </a:xfrm>
            <a:custGeom>
              <a:avLst/>
              <a:gdLst/>
              <a:ahLst/>
              <a:rect l="l" t="t" r="r" b="b"/>
              <a:pathLst>
                <a:path w="6184011" h="713994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6033643" y="0"/>
                  </a:lnTo>
                  <a:cubicBezTo>
                    <a:pt x="6116701" y="0"/>
                    <a:pt x="6184011" y="67310"/>
                    <a:pt x="6184011" y="150368"/>
                  </a:cubicBezTo>
                  <a:lnTo>
                    <a:pt x="6184011" y="563626"/>
                  </a:lnTo>
                  <a:cubicBezTo>
                    <a:pt x="6184011" y="646684"/>
                    <a:pt x="6116701" y="713994"/>
                    <a:pt x="6033643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697" name="Group 45"/>
          <p:cNvGrpSpPr/>
          <p:nvPr/>
        </p:nvGrpSpPr>
        <p:grpSpPr>
          <a:xfrm>
            <a:off x="6832080" y="6850800"/>
            <a:ext cx="4623480" cy="528120"/>
            <a:chOff x="6832080" y="6850800"/>
            <a:chExt cx="4623480" cy="528120"/>
          </a:xfrm>
        </p:grpSpPr>
        <p:sp>
          <p:nvSpPr>
            <p:cNvPr id="1698" name="Freeform 46"/>
            <p:cNvSpPr/>
            <p:nvPr/>
          </p:nvSpPr>
          <p:spPr>
            <a:xfrm>
              <a:off x="6832080" y="6858000"/>
              <a:ext cx="4623480" cy="520920"/>
            </a:xfrm>
            <a:custGeom>
              <a:avLst/>
              <a:gdLst/>
              <a:ahLst/>
              <a:rect l="l" t="t" r="r" b="b"/>
              <a:pathLst>
                <a:path w="6164884" h="694944">
                  <a:moveTo>
                    <a:pt x="0" y="0"/>
                  </a:moveTo>
                  <a:lnTo>
                    <a:pt x="6164884" y="0"/>
                  </a:lnTo>
                  <a:lnTo>
                    <a:pt x="6164884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0">
              <a:blip r:embed="rId11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699" name="TextBox 47"/>
            <p:cNvSpPr/>
            <p:nvPr/>
          </p:nvSpPr>
          <p:spPr>
            <a:xfrm>
              <a:off x="6832080" y="6850800"/>
              <a:ext cx="46234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494"/>
                </a:lnSpc>
                <a:buNone/>
              </a:pPr>
              <a:r>
                <a:rPr b="0" lang="en-US" sz="1240" spc="-1" strike="noStrike">
                  <a:solidFill>
                    <a:srgbClr val="5b42f3"/>
                  </a:solidFill>
                  <a:latin typeface="Courier New"/>
                  <a:ea typeface="Courier New"/>
                </a:rPr>
                <a:t>GET /api/v3/PublicHolidays/{year}/VN</a:t>
              </a:r>
              <a:endParaRPr b="0" lang="vi-VN" sz="1240" spc="-1" strike="noStrike">
                <a:latin typeface="Noto Sans CJK SC"/>
              </a:endParaRPr>
            </a:p>
          </p:txBody>
        </p:sp>
      </p:grpSp>
      <p:grpSp>
        <p:nvGrpSpPr>
          <p:cNvPr id="1700" name="Group 48"/>
          <p:cNvGrpSpPr/>
          <p:nvPr/>
        </p:nvGrpSpPr>
        <p:grpSpPr>
          <a:xfrm>
            <a:off x="12296520" y="2527920"/>
            <a:ext cx="5245920" cy="5093640"/>
            <a:chOff x="12296520" y="2527920"/>
            <a:chExt cx="5245920" cy="5093640"/>
          </a:xfrm>
        </p:grpSpPr>
        <p:sp>
          <p:nvSpPr>
            <p:cNvPr id="1701" name="Freeform 49"/>
            <p:cNvSpPr/>
            <p:nvPr/>
          </p:nvSpPr>
          <p:spPr>
            <a:xfrm>
              <a:off x="12296520" y="2527920"/>
              <a:ext cx="5245920" cy="5093640"/>
            </a:xfrm>
            <a:custGeom>
              <a:avLst/>
              <a:gdLst/>
              <a:ahLst/>
              <a:rect l="l" t="t" r="r" b="b"/>
              <a:pathLst>
                <a:path w="6995033" h="6791960">
                  <a:moveTo>
                    <a:pt x="0" y="257048"/>
                  </a:moveTo>
                  <a:cubicBezTo>
                    <a:pt x="0" y="115062"/>
                    <a:pt x="115062" y="0"/>
                    <a:pt x="257048" y="0"/>
                  </a:cubicBezTo>
                  <a:lnTo>
                    <a:pt x="6737985" y="0"/>
                  </a:lnTo>
                  <a:cubicBezTo>
                    <a:pt x="6879971" y="0"/>
                    <a:pt x="6995033" y="115062"/>
                    <a:pt x="6995033" y="257048"/>
                  </a:cubicBezTo>
                  <a:lnTo>
                    <a:pt x="6995033" y="6534912"/>
                  </a:lnTo>
                  <a:cubicBezTo>
                    <a:pt x="6995033" y="6676898"/>
                    <a:pt x="6879971" y="6791960"/>
                    <a:pt x="6737985" y="6791960"/>
                  </a:cubicBezTo>
                  <a:lnTo>
                    <a:pt x="257048" y="6791960"/>
                  </a:lnTo>
                  <a:cubicBezTo>
                    <a:pt x="115062" y="6791960"/>
                    <a:pt x="0" y="6676898"/>
                    <a:pt x="0" y="6534912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02" name="Group 50"/>
          <p:cNvGrpSpPr/>
          <p:nvPr/>
        </p:nvGrpSpPr>
        <p:grpSpPr>
          <a:xfrm>
            <a:off x="14466960" y="2976480"/>
            <a:ext cx="905040" cy="905040"/>
            <a:chOff x="14466960" y="2976480"/>
            <a:chExt cx="905040" cy="905040"/>
          </a:xfrm>
        </p:grpSpPr>
        <p:sp>
          <p:nvSpPr>
            <p:cNvPr id="1703" name="Freeform 51"/>
            <p:cNvSpPr/>
            <p:nvPr/>
          </p:nvSpPr>
          <p:spPr>
            <a:xfrm>
              <a:off x="14466960" y="2976480"/>
              <a:ext cx="905040" cy="905040"/>
            </a:xfrm>
            <a:custGeom>
              <a:avLst/>
              <a:gdLst/>
              <a:ahLst/>
              <a:rect l="l" t="t" r="r" b="b"/>
              <a:pathLst>
                <a:path w="1207008" h="1207008">
                  <a:moveTo>
                    <a:pt x="0" y="603504"/>
                  </a:moveTo>
                  <a:cubicBezTo>
                    <a:pt x="0" y="270256"/>
                    <a:pt x="270256" y="0"/>
                    <a:pt x="603504" y="0"/>
                  </a:cubicBezTo>
                  <a:cubicBezTo>
                    <a:pt x="936752" y="0"/>
                    <a:pt x="1207008" y="270256"/>
                    <a:pt x="1207008" y="603504"/>
                  </a:cubicBezTo>
                  <a:cubicBezTo>
                    <a:pt x="1207008" y="936752"/>
                    <a:pt x="936752" y="1207008"/>
                    <a:pt x="603504" y="1207008"/>
                  </a:cubicBezTo>
                  <a:cubicBezTo>
                    <a:pt x="270256" y="1207008"/>
                    <a:pt x="0" y="936752"/>
                    <a:pt x="0" y="603504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04" name="Group 52"/>
          <p:cNvGrpSpPr/>
          <p:nvPr/>
        </p:nvGrpSpPr>
        <p:grpSpPr>
          <a:xfrm>
            <a:off x="14672520" y="3182040"/>
            <a:ext cx="493560" cy="493560"/>
            <a:chOff x="14672520" y="3182040"/>
            <a:chExt cx="493560" cy="493560"/>
          </a:xfrm>
        </p:grpSpPr>
        <p:sp>
          <p:nvSpPr>
            <p:cNvPr id="1705" name="Freeform 53"/>
            <p:cNvSpPr/>
            <p:nvPr/>
          </p:nvSpPr>
          <p:spPr>
            <a:xfrm>
              <a:off x="14672520" y="3182040"/>
              <a:ext cx="493560" cy="493560"/>
            </a:xfrm>
            <a:custGeom>
              <a:avLst/>
              <a:gdLst/>
              <a:ahLst/>
              <a:rect l="l" t="t" r="r" b="b"/>
              <a:pathLst>
                <a:path w="658368" h="658368">
                  <a:moveTo>
                    <a:pt x="0" y="0"/>
                  </a:moveTo>
                  <a:lnTo>
                    <a:pt x="658368" y="0"/>
                  </a:lnTo>
                  <a:lnTo>
                    <a:pt x="658368" y="658368"/>
                  </a:lnTo>
                  <a:lnTo>
                    <a:pt x="0" y="658368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2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sp>
        <p:nvSpPr>
          <p:cNvPr id="1706" name="TextBox 54"/>
          <p:cNvSpPr/>
          <p:nvPr/>
        </p:nvSpPr>
        <p:spPr>
          <a:xfrm>
            <a:off x="12644280" y="4125600"/>
            <a:ext cx="4550040" cy="366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algn="ctr">
              <a:lnSpc>
                <a:spcPts val="2880"/>
              </a:lnSpc>
              <a:buNone/>
            </a:pPr>
            <a:r>
              <a:rPr b="1" lang="en-US" sz="2020" spc="-1" strike="noStrike">
                <a:solidFill>
                  <a:srgbClr val="1e1e2e"/>
                </a:solidFill>
                <a:latin typeface="Calibri (MS) Bold"/>
                <a:ea typeface="Calibri (MS) Bold"/>
              </a:rPr>
              <a:t>Generative Language API (Gemini)</a:t>
            </a:r>
            <a:endParaRPr b="0" lang="vi-VN" sz="2020" spc="-1" strike="noStrike">
              <a:latin typeface="Noto Sans CJK SC"/>
            </a:endParaRPr>
          </a:p>
        </p:txBody>
      </p:sp>
      <p:grpSp>
        <p:nvGrpSpPr>
          <p:cNvPr id="1707" name="Group 55"/>
          <p:cNvGrpSpPr/>
          <p:nvPr/>
        </p:nvGrpSpPr>
        <p:grpSpPr>
          <a:xfrm>
            <a:off x="12607920" y="5003640"/>
            <a:ext cx="4623480" cy="1579680"/>
            <a:chOff x="12607920" y="5003640"/>
            <a:chExt cx="4623480" cy="1579680"/>
          </a:xfrm>
        </p:grpSpPr>
        <p:sp>
          <p:nvSpPr>
            <p:cNvPr id="1708" name="Freeform 56"/>
            <p:cNvSpPr/>
            <p:nvPr/>
          </p:nvSpPr>
          <p:spPr>
            <a:xfrm>
              <a:off x="12607920" y="5074920"/>
              <a:ext cx="4623480" cy="1508400"/>
            </a:xfrm>
            <a:custGeom>
              <a:avLst/>
              <a:gdLst/>
              <a:ahLst/>
              <a:rect l="l" t="t" r="r" b="b"/>
              <a:pathLst>
                <a:path w="6164884" h="2011680">
                  <a:moveTo>
                    <a:pt x="0" y="0"/>
                  </a:moveTo>
                  <a:lnTo>
                    <a:pt x="6164884" y="0"/>
                  </a:lnTo>
                  <a:lnTo>
                    <a:pt x="6164884" y="2011680"/>
                  </a:lnTo>
                  <a:lnTo>
                    <a:pt x="0" y="2011680"/>
                  </a:lnTo>
                  <a:close/>
                </a:path>
              </a:pathLst>
            </a:custGeom>
            <a:blipFill rotWithShape="0">
              <a:blip r:embed="rId1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09" name="TextBox 57"/>
            <p:cNvSpPr/>
            <p:nvPr/>
          </p:nvSpPr>
          <p:spPr>
            <a:xfrm>
              <a:off x="12607920" y="5003640"/>
              <a:ext cx="4623480" cy="1579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429"/>
                </a:lnSpc>
                <a:buNone/>
              </a:pPr>
              <a:r>
                <a:rPr b="0" lang="en-US" sz="154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Sinh nội dung trả lời cho tính năng Trợ lý AI trò chuyện</a:t>
              </a:r>
              <a:endParaRPr b="0" lang="vi-VN" sz="1540" spc="-1" strike="noStrike">
                <a:latin typeface="Noto Sans CJK SC"/>
              </a:endParaRPr>
            </a:p>
          </p:txBody>
        </p:sp>
      </p:grpSp>
      <p:grpSp>
        <p:nvGrpSpPr>
          <p:cNvPr id="1710" name="Group 58"/>
          <p:cNvGrpSpPr/>
          <p:nvPr/>
        </p:nvGrpSpPr>
        <p:grpSpPr>
          <a:xfrm>
            <a:off x="12600720" y="6850800"/>
            <a:ext cx="4637520" cy="534960"/>
            <a:chOff x="12600720" y="6850800"/>
            <a:chExt cx="4637520" cy="534960"/>
          </a:xfrm>
        </p:grpSpPr>
        <p:sp>
          <p:nvSpPr>
            <p:cNvPr id="1711" name="Freeform 59"/>
            <p:cNvSpPr/>
            <p:nvPr/>
          </p:nvSpPr>
          <p:spPr>
            <a:xfrm>
              <a:off x="12600720" y="6850800"/>
              <a:ext cx="4637520" cy="534960"/>
            </a:xfrm>
            <a:custGeom>
              <a:avLst/>
              <a:gdLst/>
              <a:ahLst/>
              <a:rect l="l" t="t" r="r" b="b"/>
              <a:pathLst>
                <a:path w="6184011" h="713994">
                  <a:moveTo>
                    <a:pt x="0" y="150368"/>
                  </a:moveTo>
                  <a:cubicBezTo>
                    <a:pt x="0" y="67310"/>
                    <a:pt x="67310" y="0"/>
                    <a:pt x="150368" y="0"/>
                  </a:cubicBezTo>
                  <a:lnTo>
                    <a:pt x="6033643" y="0"/>
                  </a:lnTo>
                  <a:cubicBezTo>
                    <a:pt x="6116701" y="0"/>
                    <a:pt x="6184011" y="67310"/>
                    <a:pt x="6184011" y="150368"/>
                  </a:cubicBezTo>
                  <a:lnTo>
                    <a:pt x="6184011" y="563626"/>
                  </a:lnTo>
                  <a:cubicBezTo>
                    <a:pt x="6184011" y="646684"/>
                    <a:pt x="6116701" y="713994"/>
                    <a:pt x="6033643" y="713994"/>
                  </a:cubicBezTo>
                  <a:lnTo>
                    <a:pt x="150368" y="713994"/>
                  </a:lnTo>
                  <a:cubicBezTo>
                    <a:pt x="67310" y="713994"/>
                    <a:pt x="0" y="646684"/>
                    <a:pt x="0" y="563626"/>
                  </a:cubicBezTo>
                  <a:close/>
                </a:path>
              </a:pathLst>
            </a:custGeom>
            <a:solidFill>
              <a:srgbClr val="faf9ff"/>
            </a:solidFill>
            <a:ln cap="sq" w="14288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12" name="Group 60"/>
          <p:cNvGrpSpPr/>
          <p:nvPr/>
        </p:nvGrpSpPr>
        <p:grpSpPr>
          <a:xfrm>
            <a:off x="12607920" y="6850800"/>
            <a:ext cx="4623480" cy="528120"/>
            <a:chOff x="12607920" y="6850800"/>
            <a:chExt cx="4623480" cy="528120"/>
          </a:xfrm>
        </p:grpSpPr>
        <p:sp>
          <p:nvSpPr>
            <p:cNvPr id="1713" name="Freeform 61"/>
            <p:cNvSpPr/>
            <p:nvPr/>
          </p:nvSpPr>
          <p:spPr>
            <a:xfrm>
              <a:off x="12607920" y="6858000"/>
              <a:ext cx="4623480" cy="520920"/>
            </a:xfrm>
            <a:custGeom>
              <a:avLst/>
              <a:gdLst/>
              <a:ahLst/>
              <a:rect l="l" t="t" r="r" b="b"/>
              <a:pathLst>
                <a:path w="6164884" h="694944">
                  <a:moveTo>
                    <a:pt x="0" y="0"/>
                  </a:moveTo>
                  <a:lnTo>
                    <a:pt x="6164884" y="0"/>
                  </a:lnTo>
                  <a:lnTo>
                    <a:pt x="6164884" y="694944"/>
                  </a:lnTo>
                  <a:lnTo>
                    <a:pt x="0" y="694944"/>
                  </a:lnTo>
                  <a:close/>
                </a:path>
              </a:pathLst>
            </a:custGeom>
            <a:blipFill rotWithShape="0">
              <a:blip r:embed="rId1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4" name="TextBox 62"/>
            <p:cNvSpPr/>
            <p:nvPr/>
          </p:nvSpPr>
          <p:spPr>
            <a:xfrm>
              <a:off x="12607920" y="6850800"/>
              <a:ext cx="4623480" cy="528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1494"/>
                </a:lnSpc>
                <a:buNone/>
              </a:pPr>
              <a:r>
                <a:rPr b="0" lang="en-US" sz="1240" spc="-1" strike="noStrike">
                  <a:solidFill>
                    <a:srgbClr val="5b42f3"/>
                  </a:solidFill>
                  <a:latin typeface="Courier New"/>
                  <a:ea typeface="Courier New"/>
                </a:rPr>
                <a:t>POST /v1beta/models/{model}:generateContent</a:t>
              </a:r>
              <a:endParaRPr b="0" lang="vi-VN" sz="1240" spc="-1" strike="noStrike">
                <a:latin typeface="Noto Sans CJK SC"/>
              </a:endParaRPr>
            </a:p>
          </p:txBody>
        </p:sp>
      </p:grpSp>
      <p:grpSp>
        <p:nvGrpSpPr>
          <p:cNvPr id="1715" name="Group 63"/>
          <p:cNvGrpSpPr/>
          <p:nvPr/>
        </p:nvGrpSpPr>
        <p:grpSpPr>
          <a:xfrm>
            <a:off x="754560" y="7926840"/>
            <a:ext cx="16778520" cy="508320"/>
            <a:chOff x="754560" y="7926840"/>
            <a:chExt cx="16778520" cy="508320"/>
          </a:xfrm>
        </p:grpSpPr>
        <p:sp>
          <p:nvSpPr>
            <p:cNvPr id="1716" name="Freeform 64"/>
            <p:cNvSpPr/>
            <p:nvPr/>
          </p:nvSpPr>
          <p:spPr>
            <a:xfrm>
              <a:off x="754560" y="7955280"/>
              <a:ext cx="16778520" cy="479880"/>
            </a:xfrm>
            <a:custGeom>
              <a:avLst/>
              <a:gdLst/>
              <a:ahLst/>
              <a:rect l="l" t="t" r="r" b="b"/>
              <a:pathLst>
                <a:path w="22371710" h="640080">
                  <a:moveTo>
                    <a:pt x="0" y="0"/>
                  </a:moveTo>
                  <a:lnTo>
                    <a:pt x="22371710" y="0"/>
                  </a:lnTo>
                  <a:lnTo>
                    <a:pt x="22371710" y="640080"/>
                  </a:lnTo>
                  <a:lnTo>
                    <a:pt x="0" y="640080"/>
                  </a:lnTo>
                  <a:close/>
                </a:path>
              </a:pathLst>
            </a:custGeom>
            <a:blipFill rotWithShape="0">
              <a:blip r:embed="rId1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17" name="TextBox 65"/>
            <p:cNvSpPr/>
            <p:nvPr/>
          </p:nvSpPr>
          <p:spPr>
            <a:xfrm>
              <a:off x="754560" y="7926840"/>
              <a:ext cx="16778520" cy="5083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160"/>
                </a:lnSpc>
                <a:buNone/>
              </a:pPr>
              <a:r>
                <a:rPr b="0" i="1" lang="en-US" sz="1800" spc="-1" strike="noStrike">
                  <a:solidFill>
                    <a:srgbClr val="6b6880"/>
                  </a:solidFill>
                  <a:latin typeface="Calibri (MS) Italics"/>
                  <a:ea typeface="Calibri (MS) Italics"/>
                </a:rPr>
                <a:t>Kết nối qua Retrofit2 + OkHttp + Moshi  •  Dữ liệu được lưu cache cục bộ trong Room để dùng khi offline</a:t>
              </a:r>
              <a:endParaRPr b="0" lang="vi-VN" sz="1800" spc="-1" strike="noStrike">
                <a:latin typeface="Noto Sans CJK SC"/>
              </a:endParaRPr>
            </a:p>
          </p:txBody>
        </p:sp>
      </p:grpSp>
    </p:spTree>
  </p:cSld>
  <p:transition>
    <p:wipe dir="l"/>
  </p:transition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af9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18" name="Group 2"/>
          <p:cNvGrpSpPr/>
          <p:nvPr/>
        </p:nvGrpSpPr>
        <p:grpSpPr>
          <a:xfrm>
            <a:off x="754560" y="685800"/>
            <a:ext cx="849960" cy="849960"/>
            <a:chOff x="754560" y="685800"/>
            <a:chExt cx="849960" cy="849960"/>
          </a:xfrm>
        </p:grpSpPr>
        <p:sp>
          <p:nvSpPr>
            <p:cNvPr id="1719" name="Freeform 3"/>
            <p:cNvSpPr/>
            <p:nvPr/>
          </p:nvSpPr>
          <p:spPr>
            <a:xfrm>
              <a:off x="754560" y="685800"/>
              <a:ext cx="849960" cy="849960"/>
            </a:xfrm>
            <a:custGeom>
              <a:avLst/>
              <a:gdLst/>
              <a:ahLst/>
              <a:rect l="l" t="t" r="r" b="b"/>
              <a:pathLst>
                <a:path w="1133856" h="1133856">
                  <a:moveTo>
                    <a:pt x="0" y="566928"/>
                  </a:moveTo>
                  <a:cubicBezTo>
                    <a:pt x="0" y="253873"/>
                    <a:pt x="253873" y="0"/>
                    <a:pt x="566928" y="0"/>
                  </a:cubicBezTo>
                  <a:cubicBezTo>
                    <a:pt x="879983" y="0"/>
                    <a:pt x="1133856" y="253873"/>
                    <a:pt x="1133856" y="566928"/>
                  </a:cubicBezTo>
                  <a:cubicBezTo>
                    <a:pt x="1133856" y="879983"/>
                    <a:pt x="879983" y="1133856"/>
                    <a:pt x="566928" y="1133856"/>
                  </a:cubicBezTo>
                  <a:cubicBezTo>
                    <a:pt x="253873" y="1133856"/>
                    <a:pt x="0" y="879983"/>
                    <a:pt x="0" y="566928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20" name="Group 4"/>
          <p:cNvGrpSpPr/>
          <p:nvPr/>
        </p:nvGrpSpPr>
        <p:grpSpPr>
          <a:xfrm>
            <a:off x="960120" y="891720"/>
            <a:ext cx="438480" cy="438480"/>
            <a:chOff x="960120" y="891720"/>
            <a:chExt cx="438480" cy="438480"/>
          </a:xfrm>
        </p:grpSpPr>
        <p:sp>
          <p:nvSpPr>
            <p:cNvPr id="1721" name="Freeform 5"/>
            <p:cNvSpPr/>
            <p:nvPr/>
          </p:nvSpPr>
          <p:spPr>
            <a:xfrm>
              <a:off x="960120" y="891720"/>
              <a:ext cx="438480" cy="438480"/>
            </a:xfrm>
            <a:custGeom>
              <a:avLst/>
              <a:gdLst/>
              <a:ahLst/>
              <a:rect l="l" t="t" r="r" b="b"/>
              <a:pathLst>
                <a:path w="585216" h="585216">
                  <a:moveTo>
                    <a:pt x="0" y="0"/>
                  </a:moveTo>
                  <a:lnTo>
                    <a:pt x="585216" y="0"/>
                  </a:lnTo>
                  <a:lnTo>
                    <a:pt x="585216" y="585216"/>
                  </a:lnTo>
                  <a:lnTo>
                    <a:pt x="0" y="58521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22" name="Group 6"/>
          <p:cNvGrpSpPr/>
          <p:nvPr/>
        </p:nvGrpSpPr>
        <p:grpSpPr>
          <a:xfrm>
            <a:off x="1879200" y="602280"/>
            <a:ext cx="10972440" cy="412560"/>
            <a:chOff x="1879200" y="602280"/>
            <a:chExt cx="10972440" cy="412560"/>
          </a:xfrm>
        </p:grpSpPr>
        <p:sp>
          <p:nvSpPr>
            <p:cNvPr id="1723" name="Freeform 7"/>
            <p:cNvSpPr/>
            <p:nvPr/>
          </p:nvSpPr>
          <p:spPr>
            <a:xfrm>
              <a:off x="1879200" y="631080"/>
              <a:ext cx="10972440" cy="383760"/>
            </a:xfrm>
            <a:custGeom>
              <a:avLst/>
              <a:gdLst/>
              <a:ahLst/>
              <a:rect l="l" t="t" r="r" b="b"/>
              <a:pathLst>
                <a:path w="14630400" h="512064">
                  <a:moveTo>
                    <a:pt x="0" y="0"/>
                  </a:moveTo>
                  <a:lnTo>
                    <a:pt x="14630400" y="0"/>
                  </a:lnTo>
                  <a:lnTo>
                    <a:pt x="146304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4" name="TextBox 8"/>
            <p:cNvSpPr/>
            <p:nvPr/>
          </p:nvSpPr>
          <p:spPr>
            <a:xfrm>
              <a:off x="1879200" y="602280"/>
              <a:ext cx="10972440" cy="4122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2069"/>
                </a:lnSpc>
                <a:buNone/>
              </a:pPr>
              <a:r>
                <a:rPr b="1" lang="en-US" sz="1729" spc="-1" strike="noStrike">
                  <a:solidFill>
                    <a:srgbClr val="5b42f3"/>
                  </a:solidFill>
                  <a:latin typeface="Calibri (MS) Bold"/>
                  <a:ea typeface="Calibri (MS) Bold"/>
                </a:rPr>
                <a:t>PHẦN 07 · TỔNG KẾT</a:t>
              </a:r>
              <a:endParaRPr b="0" lang="vi-VN" sz="1729" spc="-1" strike="noStrike">
                <a:latin typeface="Noto Sans CJK SC"/>
              </a:endParaRPr>
            </a:p>
          </p:txBody>
        </p:sp>
      </p:grpSp>
      <p:grpSp>
        <p:nvGrpSpPr>
          <p:cNvPr id="1725" name="Group 9"/>
          <p:cNvGrpSpPr/>
          <p:nvPr/>
        </p:nvGrpSpPr>
        <p:grpSpPr>
          <a:xfrm>
            <a:off x="1879200" y="987480"/>
            <a:ext cx="14401440" cy="767880"/>
            <a:chOff x="1879200" y="987480"/>
            <a:chExt cx="14401440" cy="767880"/>
          </a:xfrm>
        </p:grpSpPr>
        <p:sp>
          <p:nvSpPr>
            <p:cNvPr id="1726" name="Freeform 10"/>
            <p:cNvSpPr/>
            <p:nvPr/>
          </p:nvSpPr>
          <p:spPr>
            <a:xfrm>
              <a:off x="1879200" y="987480"/>
              <a:ext cx="14401440" cy="767880"/>
            </a:xfrm>
            <a:custGeom>
              <a:avLst/>
              <a:gdLst/>
              <a:ahLst/>
              <a:rect l="l" t="t" r="r" b="b"/>
              <a:pathLst>
                <a:path w="19202400" h="1024128">
                  <a:moveTo>
                    <a:pt x="0" y="0"/>
                  </a:moveTo>
                  <a:lnTo>
                    <a:pt x="19202400" y="0"/>
                  </a:lnTo>
                  <a:lnTo>
                    <a:pt x="19202400" y="1024128"/>
                  </a:lnTo>
                  <a:lnTo>
                    <a:pt x="0" y="1024128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27" name="TextBox 11"/>
            <p:cNvSpPr/>
            <p:nvPr/>
          </p:nvSpPr>
          <p:spPr>
            <a:xfrm>
              <a:off x="1879200" y="987480"/>
              <a:ext cx="14401440" cy="7678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4680"/>
                </a:lnSpc>
                <a:buNone/>
              </a:pPr>
              <a:r>
                <a:rPr b="1" lang="en-US" sz="39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Kết quả đạt được &amp; Hướng phát triển</a:t>
              </a:r>
              <a:endParaRPr b="0" lang="vi-VN" sz="3900" spc="-1" strike="noStrike">
                <a:latin typeface="Noto Sans CJK SC"/>
              </a:endParaRPr>
            </a:p>
          </p:txBody>
        </p:sp>
      </p:grpSp>
      <p:grpSp>
        <p:nvGrpSpPr>
          <p:cNvPr id="1728" name="Group 12"/>
          <p:cNvGrpSpPr/>
          <p:nvPr/>
        </p:nvGrpSpPr>
        <p:grpSpPr>
          <a:xfrm>
            <a:off x="754560" y="9744480"/>
            <a:ext cx="9600840" cy="405000"/>
            <a:chOff x="754560" y="9744480"/>
            <a:chExt cx="9600840" cy="405000"/>
          </a:xfrm>
        </p:grpSpPr>
        <p:sp>
          <p:nvSpPr>
            <p:cNvPr id="1729" name="Freeform 13"/>
            <p:cNvSpPr/>
            <p:nvPr/>
          </p:nvSpPr>
          <p:spPr>
            <a:xfrm>
              <a:off x="754560" y="9765720"/>
              <a:ext cx="9600840" cy="383760"/>
            </a:xfrm>
            <a:custGeom>
              <a:avLst/>
              <a:gdLst/>
              <a:ahLst/>
              <a:rect l="l" t="t" r="r" b="b"/>
              <a:pathLst>
                <a:path w="12801600" h="512064">
                  <a:moveTo>
                    <a:pt x="0" y="0"/>
                  </a:moveTo>
                  <a:lnTo>
                    <a:pt x="12801600" y="0"/>
                  </a:lnTo>
                  <a:lnTo>
                    <a:pt x="1280160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0" name="TextBox 14"/>
            <p:cNvSpPr/>
            <p:nvPr/>
          </p:nvSpPr>
          <p:spPr>
            <a:xfrm>
              <a:off x="754560" y="9744480"/>
              <a:ext cx="960084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My Schedule — Đồ án thực tập Android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731" name="Group 15"/>
          <p:cNvGrpSpPr/>
          <p:nvPr/>
        </p:nvGrpSpPr>
        <p:grpSpPr>
          <a:xfrm>
            <a:off x="16710120" y="9744480"/>
            <a:ext cx="822600" cy="405000"/>
            <a:chOff x="16710120" y="9744480"/>
            <a:chExt cx="822600" cy="405000"/>
          </a:xfrm>
        </p:grpSpPr>
        <p:sp>
          <p:nvSpPr>
            <p:cNvPr id="1732" name="Freeform 16"/>
            <p:cNvSpPr/>
            <p:nvPr/>
          </p:nvSpPr>
          <p:spPr>
            <a:xfrm>
              <a:off x="16710120" y="9765720"/>
              <a:ext cx="822600" cy="383760"/>
            </a:xfrm>
            <a:custGeom>
              <a:avLst/>
              <a:gdLst/>
              <a:ahLst/>
              <a:rect l="l" t="t" r="r" b="b"/>
              <a:pathLst>
                <a:path w="1097280" h="512064">
                  <a:moveTo>
                    <a:pt x="0" y="0"/>
                  </a:moveTo>
                  <a:lnTo>
                    <a:pt x="1097280" y="0"/>
                  </a:lnTo>
                  <a:lnTo>
                    <a:pt x="1097280" y="512064"/>
                  </a:lnTo>
                  <a:lnTo>
                    <a:pt x="0" y="512064"/>
                  </a:lnTo>
                  <a:close/>
                </a:path>
              </a:pathLst>
            </a:custGeom>
            <a:blipFill rotWithShape="0">
              <a:blip r:embed="rId5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33" name="TextBox 17"/>
            <p:cNvSpPr/>
            <p:nvPr/>
          </p:nvSpPr>
          <p:spPr>
            <a:xfrm>
              <a:off x="16710120" y="9744480"/>
              <a:ext cx="822600" cy="40500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r">
                <a:lnSpc>
                  <a:spcPts val="1621"/>
                </a:lnSpc>
                <a:buNone/>
              </a:pPr>
              <a:r>
                <a:rPr b="0" lang="en-US" sz="1350" spc="-1" strike="noStrike">
                  <a:solidFill>
                    <a:srgbClr val="6b6880"/>
                  </a:solidFill>
                  <a:latin typeface="Calibri (MS)"/>
                  <a:ea typeface="Calibri (MS)"/>
                </a:rPr>
                <a:t>25</a:t>
              </a:r>
              <a:endParaRPr b="0" lang="vi-VN" sz="1350" spc="-1" strike="noStrike">
                <a:latin typeface="Noto Sans CJK SC"/>
              </a:endParaRPr>
            </a:p>
          </p:txBody>
        </p:sp>
      </p:grpSp>
      <p:grpSp>
        <p:nvGrpSpPr>
          <p:cNvPr id="1734" name="Group 18"/>
          <p:cNvGrpSpPr/>
          <p:nvPr/>
        </p:nvGrpSpPr>
        <p:grpSpPr>
          <a:xfrm>
            <a:off x="744840" y="2322360"/>
            <a:ext cx="8065080" cy="7082280"/>
            <a:chOff x="744840" y="2322360"/>
            <a:chExt cx="8065080" cy="7082280"/>
          </a:xfrm>
        </p:grpSpPr>
        <p:sp>
          <p:nvSpPr>
            <p:cNvPr id="1735" name="Freeform 19"/>
            <p:cNvSpPr/>
            <p:nvPr/>
          </p:nvSpPr>
          <p:spPr>
            <a:xfrm>
              <a:off x="744840" y="2322360"/>
              <a:ext cx="8065080" cy="7082280"/>
            </a:xfrm>
            <a:custGeom>
              <a:avLst/>
              <a:gdLst/>
              <a:ahLst/>
              <a:rect l="l" t="t" r="r" b="b"/>
              <a:pathLst>
                <a:path w="10754106" h="9443720">
                  <a:moveTo>
                    <a:pt x="0" y="256667"/>
                  </a:moveTo>
                  <a:cubicBezTo>
                    <a:pt x="0" y="114935"/>
                    <a:pt x="114935" y="0"/>
                    <a:pt x="256667" y="0"/>
                  </a:cubicBezTo>
                  <a:lnTo>
                    <a:pt x="10497439" y="0"/>
                  </a:lnTo>
                  <a:cubicBezTo>
                    <a:pt x="10639171" y="0"/>
                    <a:pt x="10754106" y="114935"/>
                    <a:pt x="10754106" y="256667"/>
                  </a:cubicBezTo>
                  <a:lnTo>
                    <a:pt x="10754106" y="9187053"/>
                  </a:lnTo>
                  <a:cubicBezTo>
                    <a:pt x="10754106" y="9328785"/>
                    <a:pt x="10639171" y="9443720"/>
                    <a:pt x="10497439" y="9443720"/>
                  </a:cubicBezTo>
                  <a:lnTo>
                    <a:pt x="256667" y="9443720"/>
                  </a:lnTo>
                  <a:cubicBezTo>
                    <a:pt x="114935" y="9443720"/>
                    <a:pt x="0" y="9328785"/>
                    <a:pt x="0" y="9187053"/>
                  </a:cubicBezTo>
                  <a:close/>
                </a:path>
              </a:pathLst>
            </a:custGeom>
            <a:solidFill>
              <a:srgbClr val="ffffff"/>
            </a:solidFill>
            <a:ln cap="sq" w="19050">
              <a:solidFill>
                <a:srgbClr val="e3dffa"/>
              </a:solidFill>
              <a:miter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36" name="Group 20"/>
          <p:cNvGrpSpPr/>
          <p:nvPr/>
        </p:nvGrpSpPr>
        <p:grpSpPr>
          <a:xfrm>
            <a:off x="1166040" y="2743200"/>
            <a:ext cx="767880" cy="767880"/>
            <a:chOff x="1166040" y="2743200"/>
            <a:chExt cx="767880" cy="767880"/>
          </a:xfrm>
        </p:grpSpPr>
        <p:sp>
          <p:nvSpPr>
            <p:cNvPr id="1737" name="Freeform 21"/>
            <p:cNvSpPr/>
            <p:nvPr/>
          </p:nvSpPr>
          <p:spPr>
            <a:xfrm>
              <a:off x="1166040" y="2743200"/>
              <a:ext cx="767880" cy="767880"/>
            </a:xfrm>
            <a:custGeom>
              <a:avLst/>
              <a:gdLst/>
              <a:ahLst/>
              <a:rect l="l" t="t" r="r" b="b"/>
              <a:pathLst>
                <a:path w="1024128" h="1024128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128" y="229235"/>
                    <a:pt x="1024128" y="512064"/>
                  </a:cubicBezTo>
                  <a:cubicBezTo>
                    <a:pt x="1024128" y="794893"/>
                    <a:pt x="794893" y="1024128"/>
                    <a:pt x="512064" y="1024128"/>
                  </a:cubicBezTo>
                  <a:cubicBezTo>
                    <a:pt x="229235" y="1024128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34a85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38" name="Group 22"/>
          <p:cNvGrpSpPr/>
          <p:nvPr/>
        </p:nvGrpSpPr>
        <p:grpSpPr>
          <a:xfrm>
            <a:off x="1344240" y="2921400"/>
            <a:ext cx="411120" cy="411120"/>
            <a:chOff x="1344240" y="2921400"/>
            <a:chExt cx="411120" cy="411120"/>
          </a:xfrm>
        </p:grpSpPr>
        <p:sp>
          <p:nvSpPr>
            <p:cNvPr id="1739" name="Freeform 23"/>
            <p:cNvSpPr/>
            <p:nvPr/>
          </p:nvSpPr>
          <p:spPr>
            <a:xfrm>
              <a:off x="1344240" y="2921400"/>
              <a:ext cx="411120" cy="411120"/>
            </a:xfrm>
            <a:custGeom>
              <a:avLst/>
              <a:gdLst/>
              <a:ah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6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40" name="Group 24"/>
          <p:cNvGrpSpPr/>
          <p:nvPr/>
        </p:nvGrpSpPr>
        <p:grpSpPr>
          <a:xfrm>
            <a:off x="2126160" y="2783880"/>
            <a:ext cx="6400080" cy="672120"/>
            <a:chOff x="2126160" y="2783880"/>
            <a:chExt cx="6400080" cy="672120"/>
          </a:xfrm>
        </p:grpSpPr>
        <p:sp>
          <p:nvSpPr>
            <p:cNvPr id="1741" name="Freeform 25"/>
            <p:cNvSpPr/>
            <p:nvPr/>
          </p:nvSpPr>
          <p:spPr>
            <a:xfrm>
              <a:off x="2126160" y="2797920"/>
              <a:ext cx="6400080" cy="658080"/>
            </a:xfrm>
            <a:custGeom>
              <a:avLst/>
              <a:gdLst/>
              <a:ahLst/>
              <a:rect l="l" t="t" r="r" b="b"/>
              <a:pathLst>
                <a:path w="8534096" h="877824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0">
              <a:blip r:embed="rId7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42" name="TextBox 26"/>
            <p:cNvSpPr/>
            <p:nvPr/>
          </p:nvSpPr>
          <p:spPr>
            <a:xfrm>
              <a:off x="2126160" y="2783880"/>
              <a:ext cx="6400080" cy="67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3240"/>
                </a:lnSpc>
                <a:buNone/>
              </a:pPr>
              <a:r>
                <a:rPr b="1" lang="en-US" sz="2700" spc="-1" strike="noStrike">
                  <a:solidFill>
                    <a:srgbClr val="1e1e2e"/>
                  </a:solidFill>
                  <a:latin typeface="Cambria Bold"/>
                  <a:ea typeface="Cambria Bold"/>
                </a:rPr>
                <a:t>Đã hoàn thành</a:t>
              </a:r>
              <a:endParaRPr b="0" lang="vi-VN" sz="2700" spc="-1" strike="noStrike">
                <a:latin typeface="Noto Sans CJK SC"/>
              </a:endParaRPr>
            </a:p>
          </p:txBody>
        </p:sp>
      </p:grpSp>
      <p:sp>
        <p:nvSpPr>
          <p:cNvPr id="1743" name="TextBox 27"/>
          <p:cNvSpPr/>
          <p:nvPr/>
        </p:nvSpPr>
        <p:spPr>
          <a:xfrm>
            <a:off x="1325880" y="3722400"/>
            <a:ext cx="6903000" cy="25606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Lịch trình trực quan 3 chế độ Ngày / Tuần / Tháng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Trợ lý AI trò chuyện dựa trên ngữ cảnh lịch cá nhân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Thống kê hiệu suất trực quan bằng biểu đồ đa dạng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7 kích thước widget hiển thị việc cần làm trên màn hình chính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Thông báo kèm âm thanh &amp; Lịch Âm Dương Việt Nam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3f3d56"/>
                </a:solidFill>
                <a:latin typeface="Calibri (MS)"/>
                <a:ea typeface="Calibri (MS)"/>
              </a:rPr>
              <a:t>Đồng bộ thời tiết và ngày lễ từ API bên ngoài</a:t>
            </a:r>
            <a:endParaRPr b="0" lang="vi-VN" sz="1870" spc="-1" strike="noStrike">
              <a:latin typeface="Noto Sans CJK SC"/>
            </a:endParaRPr>
          </a:p>
        </p:txBody>
      </p:sp>
      <p:grpSp>
        <p:nvGrpSpPr>
          <p:cNvPr id="1744" name="Group 28"/>
          <p:cNvGrpSpPr/>
          <p:nvPr/>
        </p:nvGrpSpPr>
        <p:grpSpPr>
          <a:xfrm>
            <a:off x="9486720" y="2331720"/>
            <a:ext cx="8046000" cy="7063560"/>
            <a:chOff x="9486720" y="2331720"/>
            <a:chExt cx="8046000" cy="7063560"/>
          </a:xfrm>
        </p:grpSpPr>
        <p:sp>
          <p:nvSpPr>
            <p:cNvPr id="1745" name="Freeform 29"/>
            <p:cNvSpPr/>
            <p:nvPr/>
          </p:nvSpPr>
          <p:spPr>
            <a:xfrm>
              <a:off x="9486720" y="2331720"/>
              <a:ext cx="8046000" cy="7063560"/>
            </a:xfrm>
            <a:custGeom>
              <a:avLst/>
              <a:gdLst/>
              <a:ahLst/>
              <a:rect l="l" t="t" r="r" b="b"/>
              <a:pathLst>
                <a:path w="10728706" h="9418320">
                  <a:moveTo>
                    <a:pt x="0" y="256032"/>
                  </a:moveTo>
                  <a:cubicBezTo>
                    <a:pt x="0" y="114554"/>
                    <a:pt x="114554" y="0"/>
                    <a:pt x="256032" y="0"/>
                  </a:cubicBezTo>
                  <a:lnTo>
                    <a:pt x="10472674" y="0"/>
                  </a:lnTo>
                  <a:cubicBezTo>
                    <a:pt x="10614025" y="0"/>
                    <a:pt x="10728706" y="114554"/>
                    <a:pt x="10728706" y="256032"/>
                  </a:cubicBezTo>
                  <a:lnTo>
                    <a:pt x="10728706" y="9162288"/>
                  </a:lnTo>
                  <a:cubicBezTo>
                    <a:pt x="10728706" y="9303639"/>
                    <a:pt x="10614152" y="9418320"/>
                    <a:pt x="10472674" y="9418320"/>
                  </a:cubicBezTo>
                  <a:lnTo>
                    <a:pt x="256032" y="9418320"/>
                  </a:lnTo>
                  <a:cubicBezTo>
                    <a:pt x="114554" y="9418320"/>
                    <a:pt x="0" y="9303766"/>
                    <a:pt x="0" y="9162288"/>
                  </a:cubicBezTo>
                  <a:close/>
                </a:path>
              </a:pathLst>
            </a:custGeom>
            <a:solidFill>
              <a:srgbClr val="1c1440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46" name="Group 30"/>
          <p:cNvGrpSpPr/>
          <p:nvPr/>
        </p:nvGrpSpPr>
        <p:grpSpPr>
          <a:xfrm>
            <a:off x="9898200" y="2743200"/>
            <a:ext cx="767880" cy="767880"/>
            <a:chOff x="9898200" y="2743200"/>
            <a:chExt cx="767880" cy="767880"/>
          </a:xfrm>
        </p:grpSpPr>
        <p:sp>
          <p:nvSpPr>
            <p:cNvPr id="1747" name="Freeform 31"/>
            <p:cNvSpPr/>
            <p:nvPr/>
          </p:nvSpPr>
          <p:spPr>
            <a:xfrm>
              <a:off x="9898200" y="2743200"/>
              <a:ext cx="767880" cy="767880"/>
            </a:xfrm>
            <a:custGeom>
              <a:avLst/>
              <a:gdLst/>
              <a:ahLst/>
              <a:rect l="l" t="t" r="r" b="b"/>
              <a:pathLst>
                <a:path w="1024255" h="1024255">
                  <a:moveTo>
                    <a:pt x="0" y="512064"/>
                  </a:moveTo>
                  <a:cubicBezTo>
                    <a:pt x="0" y="229235"/>
                    <a:pt x="229235" y="0"/>
                    <a:pt x="512064" y="0"/>
                  </a:cubicBezTo>
                  <a:cubicBezTo>
                    <a:pt x="794893" y="0"/>
                    <a:pt x="1024255" y="229235"/>
                    <a:pt x="1024255" y="512064"/>
                  </a:cubicBezTo>
                  <a:cubicBezTo>
                    <a:pt x="1024255" y="794893"/>
                    <a:pt x="794893" y="1024255"/>
                    <a:pt x="512064" y="1024255"/>
                  </a:cubicBezTo>
                  <a:cubicBezTo>
                    <a:pt x="229235" y="1024255"/>
                    <a:pt x="0" y="794893"/>
                    <a:pt x="0" y="512064"/>
                  </a:cubicBezTo>
                  <a:close/>
                </a:path>
              </a:pathLst>
            </a:custGeom>
            <a:solidFill>
              <a:srgbClr val="7662f5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48" name="Group 32"/>
          <p:cNvGrpSpPr/>
          <p:nvPr/>
        </p:nvGrpSpPr>
        <p:grpSpPr>
          <a:xfrm>
            <a:off x="10076400" y="2921400"/>
            <a:ext cx="411120" cy="411120"/>
            <a:chOff x="10076400" y="2921400"/>
            <a:chExt cx="411120" cy="411120"/>
          </a:xfrm>
        </p:grpSpPr>
        <p:sp>
          <p:nvSpPr>
            <p:cNvPr id="1749" name="Freeform 33"/>
            <p:cNvSpPr/>
            <p:nvPr/>
          </p:nvSpPr>
          <p:spPr>
            <a:xfrm>
              <a:off x="10076400" y="2921400"/>
              <a:ext cx="411120" cy="411120"/>
            </a:xfrm>
            <a:custGeom>
              <a:avLst/>
              <a:gdLst/>
              <a:ahLst/>
              <a:rect l="l" t="t" r="r" b="b"/>
              <a:pathLst>
                <a:path w="548640" h="548640">
                  <a:moveTo>
                    <a:pt x="0" y="0"/>
                  </a:moveTo>
                  <a:lnTo>
                    <a:pt x="548640" y="0"/>
                  </a:lnTo>
                  <a:lnTo>
                    <a:pt x="548640" y="548640"/>
                  </a:lnTo>
                  <a:lnTo>
                    <a:pt x="0" y="548640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8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50" name="Group 34"/>
          <p:cNvGrpSpPr/>
          <p:nvPr/>
        </p:nvGrpSpPr>
        <p:grpSpPr>
          <a:xfrm>
            <a:off x="10858320" y="2783880"/>
            <a:ext cx="6400080" cy="672120"/>
            <a:chOff x="10858320" y="2783880"/>
            <a:chExt cx="6400080" cy="672120"/>
          </a:xfrm>
        </p:grpSpPr>
        <p:sp>
          <p:nvSpPr>
            <p:cNvPr id="1751" name="Freeform 35"/>
            <p:cNvSpPr/>
            <p:nvPr/>
          </p:nvSpPr>
          <p:spPr>
            <a:xfrm>
              <a:off x="10858320" y="2797920"/>
              <a:ext cx="6400080" cy="658080"/>
            </a:xfrm>
            <a:custGeom>
              <a:avLst/>
              <a:gdLst/>
              <a:ahLst/>
              <a:rect l="l" t="t" r="r" b="b"/>
              <a:pathLst>
                <a:path w="8534096" h="877824">
                  <a:moveTo>
                    <a:pt x="0" y="0"/>
                  </a:moveTo>
                  <a:lnTo>
                    <a:pt x="8534096" y="0"/>
                  </a:lnTo>
                  <a:lnTo>
                    <a:pt x="8534096" y="877824"/>
                  </a:lnTo>
                  <a:lnTo>
                    <a:pt x="0" y="877824"/>
                  </a:lnTo>
                  <a:close/>
                </a:path>
              </a:pathLst>
            </a:custGeom>
            <a:blipFill rotWithShape="0">
              <a:blip r:embed="rId9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52" name="TextBox 36"/>
            <p:cNvSpPr/>
            <p:nvPr/>
          </p:nvSpPr>
          <p:spPr>
            <a:xfrm>
              <a:off x="10858320" y="2783880"/>
              <a:ext cx="6400080" cy="6721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>
                <a:lnSpc>
                  <a:spcPts val="3240"/>
                </a:lnSpc>
                <a:buNone/>
              </a:pPr>
              <a:r>
                <a:rPr b="1" lang="en-US" sz="2700" spc="-1" strike="noStrike">
                  <a:solidFill>
                    <a:srgbClr val="ffffff"/>
                  </a:solidFill>
                  <a:latin typeface="Cambria Bold"/>
                  <a:ea typeface="Cambria Bold"/>
                </a:rPr>
                <a:t>Hướng phát triển</a:t>
              </a:r>
              <a:endParaRPr b="0" lang="vi-VN" sz="2700" spc="-1" strike="noStrike">
                <a:latin typeface="Noto Sans CJK SC"/>
              </a:endParaRPr>
            </a:p>
          </p:txBody>
        </p:sp>
      </p:grpSp>
      <p:sp>
        <p:nvSpPr>
          <p:cNvPr id="1753" name="TextBox 37"/>
          <p:cNvSpPr/>
          <p:nvPr/>
        </p:nvSpPr>
        <p:spPr>
          <a:xfrm>
            <a:off x="10058040" y="3722400"/>
            <a:ext cx="6903000" cy="1463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 vert="horz">
            <a:spAutoFit/>
          </a:bodyPr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d9d3fa"/>
                </a:solidFill>
                <a:latin typeface="Calibri (MS)"/>
                <a:ea typeface="Calibri (MS)"/>
              </a:rPr>
              <a:t>Đồng bộ đám mây &amp; đăng nhập tài khoản người dùng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d9d3fa"/>
                </a:solidFill>
                <a:latin typeface="Calibri (MS)"/>
                <a:ea typeface="Calibri (MS)"/>
              </a:rPr>
              <a:t>Chia sẻ lịch trình theo nhóm / gia đình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d9d3fa"/>
                </a:solidFill>
                <a:latin typeface="Calibri (MS)"/>
                <a:ea typeface="Calibri (MS)"/>
              </a:rPr>
              <a:t>Xuất báo cáo thống kê ra file PDF</a:t>
            </a:r>
            <a:endParaRPr b="0" lang="vi-VN" sz="1870" spc="-1" strike="noStrike">
              <a:latin typeface="Noto Sans CJK SC"/>
            </a:endParaRPr>
          </a:p>
          <a:p>
            <a:pPr lvl="1" marL="339480" indent="-169560">
              <a:lnSpc>
                <a:spcPts val="2880"/>
              </a:lnSpc>
              <a:buFont typeface="Arial"/>
              <a:buChar char="•"/>
            </a:pPr>
            <a:r>
              <a:rPr b="0" lang="en-US" sz="1870" spc="-1" strike="noStrike">
                <a:solidFill>
                  <a:srgbClr val="d9d3fa"/>
                </a:solidFill>
                <a:latin typeface="Calibri (MS)"/>
                <a:ea typeface="Calibri (MS)"/>
              </a:rPr>
              <a:t>Hỗ trợ đa ngôn ngữ (song song Tiếng Việt / English),...</a:t>
            </a:r>
            <a:endParaRPr b="0" lang="vi-VN" sz="1870" spc="-1" strike="noStrike">
              <a:latin typeface="Noto Sans CJK SC"/>
            </a:endParaRPr>
          </a:p>
        </p:txBody>
      </p:sp>
    </p:spTree>
  </p:cSld>
  <p:transition>
    <p:wipe dir="l"/>
  </p:transition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c144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54" name="Group 2"/>
          <p:cNvGrpSpPr/>
          <p:nvPr/>
        </p:nvGrpSpPr>
        <p:grpSpPr>
          <a:xfrm>
            <a:off x="14538960" y="-2468880"/>
            <a:ext cx="7131960" cy="7131960"/>
            <a:chOff x="14538960" y="-2468880"/>
            <a:chExt cx="7131960" cy="7131960"/>
          </a:xfrm>
        </p:grpSpPr>
        <p:sp>
          <p:nvSpPr>
            <p:cNvPr id="1755" name="Freeform 3"/>
            <p:cNvSpPr/>
            <p:nvPr/>
          </p:nvSpPr>
          <p:spPr>
            <a:xfrm>
              <a:off x="14538960" y="-2468880"/>
              <a:ext cx="7131960" cy="7131960"/>
            </a:xfrm>
            <a:custGeom>
              <a:avLst/>
              <a:gdLst/>
              <a:ahLst/>
              <a:rect l="l" t="t" r="r" b="b"/>
              <a:pathLst>
                <a:path w="9509760" h="9509760">
                  <a:moveTo>
                    <a:pt x="0" y="4754880"/>
                  </a:moveTo>
                  <a:cubicBezTo>
                    <a:pt x="0" y="2128774"/>
                    <a:pt x="2128774" y="0"/>
                    <a:pt x="4754880" y="0"/>
                  </a:cubicBezTo>
                  <a:cubicBezTo>
                    <a:pt x="7380986" y="0"/>
                    <a:pt x="9509760" y="2128774"/>
                    <a:pt x="9509760" y="4754880"/>
                  </a:cubicBezTo>
                  <a:cubicBezTo>
                    <a:pt x="9509760" y="7380986"/>
                    <a:pt x="7380986" y="9509760"/>
                    <a:pt x="4754880" y="9509760"/>
                  </a:cubicBezTo>
                  <a:cubicBezTo>
                    <a:pt x="2128774" y="9509760"/>
                    <a:pt x="0" y="7380986"/>
                    <a:pt x="0" y="4754880"/>
                  </a:cubicBezTo>
                  <a:close/>
                </a:path>
              </a:pathLst>
            </a:custGeom>
            <a:solidFill>
              <a:srgbClr val="5b42f3">
                <a:alpha val="5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56" name="Group 4"/>
          <p:cNvGrpSpPr/>
          <p:nvPr/>
        </p:nvGrpSpPr>
        <p:grpSpPr>
          <a:xfrm>
            <a:off x="-3017520" y="7132320"/>
            <a:ext cx="6583320" cy="6583320"/>
            <a:chOff x="-3017520" y="7132320"/>
            <a:chExt cx="6583320" cy="6583320"/>
          </a:xfrm>
        </p:grpSpPr>
        <p:sp>
          <p:nvSpPr>
            <p:cNvPr id="1757" name="Freeform 5"/>
            <p:cNvSpPr/>
            <p:nvPr/>
          </p:nvSpPr>
          <p:spPr>
            <a:xfrm>
              <a:off x="-3017520" y="7132320"/>
              <a:ext cx="6583320" cy="6583320"/>
            </a:xfrm>
            <a:custGeom>
              <a:avLst/>
              <a:gdLst/>
              <a:ahLst/>
              <a:rect l="l" t="t" r="r" b="b"/>
              <a:pathLst>
                <a:path w="8778240" h="8778240">
                  <a:moveTo>
                    <a:pt x="0" y="4389120"/>
                  </a:moveTo>
                  <a:cubicBezTo>
                    <a:pt x="0" y="1965071"/>
                    <a:pt x="1965071" y="0"/>
                    <a:pt x="4389120" y="0"/>
                  </a:cubicBezTo>
                  <a:cubicBezTo>
                    <a:pt x="6813169" y="0"/>
                    <a:pt x="8778240" y="1965071"/>
                    <a:pt x="8778240" y="4389120"/>
                  </a:cubicBezTo>
                  <a:cubicBezTo>
                    <a:pt x="8778240" y="6813169"/>
                    <a:pt x="6813169" y="8778240"/>
                    <a:pt x="4389120" y="8778240"/>
                  </a:cubicBezTo>
                  <a:cubicBezTo>
                    <a:pt x="1965072" y="8778240"/>
                    <a:pt x="0" y="6813169"/>
                    <a:pt x="0" y="4389120"/>
                  </a:cubicBezTo>
                  <a:close/>
                </a:path>
              </a:pathLst>
            </a:custGeom>
            <a:solidFill>
              <a:srgbClr val="7662f5">
                <a:alpha val="3000"/>
              </a:srgbClr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58" name="Group 6"/>
          <p:cNvGrpSpPr/>
          <p:nvPr/>
        </p:nvGrpSpPr>
        <p:grpSpPr>
          <a:xfrm>
            <a:off x="8457840" y="2126160"/>
            <a:ext cx="1371240" cy="1371240"/>
            <a:chOff x="8457840" y="2126160"/>
            <a:chExt cx="1371240" cy="1371240"/>
          </a:xfrm>
        </p:grpSpPr>
        <p:sp>
          <p:nvSpPr>
            <p:cNvPr id="1759" name="Freeform 7"/>
            <p:cNvSpPr/>
            <p:nvPr/>
          </p:nvSpPr>
          <p:spPr>
            <a:xfrm>
              <a:off x="8457840" y="2126160"/>
              <a:ext cx="1371240" cy="1371240"/>
            </a:xfrm>
            <a:custGeom>
              <a:avLst/>
              <a:gdLst/>
              <a:ahLst/>
              <a:rect l="l" t="t" r="r" b="b"/>
              <a:pathLst>
                <a:path w="1828800" h="1828800">
                  <a:moveTo>
                    <a:pt x="0" y="914400"/>
                  </a:moveTo>
                  <a:cubicBezTo>
                    <a:pt x="0" y="409448"/>
                    <a:pt x="409448" y="0"/>
                    <a:pt x="914400" y="0"/>
                  </a:cubicBezTo>
                  <a:cubicBezTo>
                    <a:pt x="1419352" y="0"/>
                    <a:pt x="1828800" y="409448"/>
                    <a:pt x="1828800" y="914400"/>
                  </a:cubicBezTo>
                  <a:cubicBezTo>
                    <a:pt x="1828800" y="1419352"/>
                    <a:pt x="1419352" y="1828800"/>
                    <a:pt x="914400" y="1828800"/>
                  </a:cubicBezTo>
                  <a:cubicBezTo>
                    <a:pt x="409448" y="1828800"/>
                    <a:pt x="0" y="1419352"/>
                    <a:pt x="0" y="914400"/>
                  </a:cubicBezTo>
                  <a:close/>
                </a:path>
              </a:pathLst>
            </a:custGeom>
            <a:solidFill>
              <a:srgbClr val="5b42f3"/>
            </a:solid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60" name="Group 8"/>
          <p:cNvGrpSpPr/>
          <p:nvPr/>
        </p:nvGrpSpPr>
        <p:grpSpPr>
          <a:xfrm>
            <a:off x="8787240" y="2455200"/>
            <a:ext cx="712800" cy="712800"/>
            <a:chOff x="8787240" y="2455200"/>
            <a:chExt cx="712800" cy="712800"/>
          </a:xfrm>
        </p:grpSpPr>
        <p:sp>
          <p:nvSpPr>
            <p:cNvPr id="1761" name="Freeform 9"/>
            <p:cNvSpPr/>
            <p:nvPr/>
          </p:nvSpPr>
          <p:spPr>
            <a:xfrm>
              <a:off x="8787240" y="2455200"/>
              <a:ext cx="712800" cy="712800"/>
            </a:xfrm>
            <a:custGeom>
              <a:avLst/>
              <a:gdLst/>
              <a:ahLst/>
              <a:rect l="l" t="t" r="r" b="b"/>
              <a:pathLst>
                <a:path w="950976" h="950976">
                  <a:moveTo>
                    <a:pt x="0" y="0"/>
                  </a:moveTo>
                  <a:lnTo>
                    <a:pt x="950976" y="0"/>
                  </a:lnTo>
                  <a:lnTo>
                    <a:pt x="950976" y="950976"/>
                  </a:lnTo>
                  <a:lnTo>
                    <a:pt x="0" y="950976"/>
                  </a:lnTo>
                  <a:lnTo>
                    <a:pt x="0" y="0"/>
                  </a:lnTo>
                  <a:close/>
                </a:path>
              </a:pathLst>
            </a:custGeom>
            <a:blipFill rotWithShape="0">
              <a:blip r:embed="rId1"/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</p:grpSp>
      <p:grpSp>
        <p:nvGrpSpPr>
          <p:cNvPr id="1762" name="Group 10"/>
          <p:cNvGrpSpPr/>
          <p:nvPr/>
        </p:nvGrpSpPr>
        <p:grpSpPr>
          <a:xfrm>
            <a:off x="0" y="3902040"/>
            <a:ext cx="18287280" cy="1035720"/>
            <a:chOff x="0" y="3902040"/>
            <a:chExt cx="18287280" cy="1035720"/>
          </a:xfrm>
        </p:grpSpPr>
        <p:sp>
          <p:nvSpPr>
            <p:cNvPr id="1763" name="Freeform 11"/>
            <p:cNvSpPr/>
            <p:nvPr/>
          </p:nvSpPr>
          <p:spPr>
            <a:xfrm>
              <a:off x="0" y="3909240"/>
              <a:ext cx="18287280" cy="1028520"/>
            </a:xfrm>
            <a:custGeom>
              <a:avLst/>
              <a:gdLst/>
              <a:ahLst/>
              <a:rect l="l" t="t" r="r" b="b"/>
              <a:pathLst>
                <a:path w="24383391" h="1371600">
                  <a:moveTo>
                    <a:pt x="0" y="0"/>
                  </a:moveTo>
                  <a:lnTo>
                    <a:pt x="24383391" y="0"/>
                  </a:lnTo>
                  <a:lnTo>
                    <a:pt x="24383391" y="1371600"/>
                  </a:lnTo>
                  <a:lnTo>
                    <a:pt x="0" y="1371600"/>
                  </a:lnTo>
                  <a:close/>
                </a:path>
              </a:pathLst>
            </a:custGeom>
            <a:blipFill rotWithShape="0">
              <a:blip r:embed="rId2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4" name="TextBox 12"/>
            <p:cNvSpPr/>
            <p:nvPr/>
          </p:nvSpPr>
          <p:spPr>
            <a:xfrm>
              <a:off x="0" y="3902040"/>
              <a:ext cx="18287280" cy="103536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6120"/>
                </a:lnSpc>
                <a:buNone/>
              </a:pPr>
              <a:r>
                <a:rPr b="1" lang="en-US" sz="5100" spc="-1" strike="noStrike">
                  <a:solidFill>
                    <a:srgbClr val="ffffff"/>
                  </a:solidFill>
                  <a:latin typeface="Cambria Bold"/>
                  <a:ea typeface="Cambria Bold"/>
                </a:rPr>
                <a:t>Cảm ơn mọi người đã theo dõi!</a:t>
              </a:r>
              <a:endParaRPr b="0" lang="vi-VN" sz="5100" spc="-1" strike="noStrike">
                <a:latin typeface="Noto Sans CJK SC"/>
              </a:endParaRPr>
            </a:p>
          </p:txBody>
        </p:sp>
      </p:grpSp>
      <p:grpSp>
        <p:nvGrpSpPr>
          <p:cNvPr id="1765" name="Group 13"/>
          <p:cNvGrpSpPr/>
          <p:nvPr/>
        </p:nvGrpSpPr>
        <p:grpSpPr>
          <a:xfrm>
            <a:off x="2011320" y="4902120"/>
            <a:ext cx="14264280" cy="652680"/>
            <a:chOff x="2011320" y="4902120"/>
            <a:chExt cx="14264280" cy="652680"/>
          </a:xfrm>
        </p:grpSpPr>
        <p:sp>
          <p:nvSpPr>
            <p:cNvPr id="1766" name="Freeform 14"/>
            <p:cNvSpPr/>
            <p:nvPr/>
          </p:nvSpPr>
          <p:spPr>
            <a:xfrm>
              <a:off x="2011320" y="4937760"/>
              <a:ext cx="14264280" cy="617040"/>
            </a:xfrm>
            <a:custGeom>
              <a:avLst/>
              <a:gdLst/>
              <a:ahLst/>
              <a:rect l="l" t="t" r="r" b="b"/>
              <a:pathLst>
                <a:path w="19019520" h="822960">
                  <a:moveTo>
                    <a:pt x="0" y="0"/>
                  </a:moveTo>
                  <a:lnTo>
                    <a:pt x="19019520" y="0"/>
                  </a:lnTo>
                  <a:lnTo>
                    <a:pt x="19019520" y="822960"/>
                  </a:lnTo>
                  <a:lnTo>
                    <a:pt x="0" y="822960"/>
                  </a:lnTo>
                  <a:close/>
                </a:path>
              </a:pathLst>
            </a:custGeom>
            <a:blipFill rotWithShape="0">
              <a:blip r:embed="rId3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67" name="TextBox 15"/>
            <p:cNvSpPr/>
            <p:nvPr/>
          </p:nvSpPr>
          <p:spPr>
            <a:xfrm>
              <a:off x="2011320" y="4902120"/>
              <a:ext cx="14264280" cy="65268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611"/>
                </a:lnSpc>
                <a:buNone/>
              </a:pPr>
              <a:r>
                <a:rPr b="0" lang="en-US" sz="2170" spc="-1" strike="noStrike">
                  <a:solidFill>
                    <a:srgbClr val="cfc9f7"/>
                  </a:solidFill>
                  <a:latin typeface="Calibri (MS)"/>
                  <a:ea typeface="Calibri (MS)"/>
                </a:rPr>
                <a:t>My Schedule — Ứng dụng quản lý lịch trình &amp; năng suất cá nhân thông minh</a:t>
              </a:r>
              <a:endParaRPr b="0" lang="vi-VN" sz="2170" spc="-1" strike="noStrike">
                <a:latin typeface="Noto Sans CJK SC"/>
              </a:endParaRPr>
            </a:p>
          </p:txBody>
        </p:sp>
      </p:grpSp>
      <p:sp>
        <p:nvSpPr>
          <p:cNvPr id="1768" name="AutoShape 16"/>
          <p:cNvSpPr/>
          <p:nvPr/>
        </p:nvSpPr>
        <p:spPr>
          <a:xfrm>
            <a:off x="6939360" y="5951880"/>
            <a:ext cx="4408200" cy="19080"/>
          </a:xfrm>
          <a:prstGeom prst="line">
            <a:avLst/>
          </a:prstGeom>
          <a:ln cap="rnd" w="9525">
            <a:solidFill>
              <a:srgbClr val="463b85"/>
            </a:solidFill>
            <a:round/>
          </a:ln>
        </p:spPr>
        <p:style>
          <a:lnRef idx="0"/>
          <a:fillRef idx="0"/>
          <a:effectRef idx="0"/>
          <a:fontRef idx="minor"/>
        </p:style>
      </p:sp>
      <p:grpSp>
        <p:nvGrpSpPr>
          <p:cNvPr id="1769" name="Group 17"/>
          <p:cNvGrpSpPr/>
          <p:nvPr/>
        </p:nvGrpSpPr>
        <p:grpSpPr>
          <a:xfrm>
            <a:off x="0" y="6204960"/>
            <a:ext cx="18287280" cy="584280"/>
            <a:chOff x="0" y="6204960"/>
            <a:chExt cx="18287280" cy="584280"/>
          </a:xfrm>
        </p:grpSpPr>
        <p:sp>
          <p:nvSpPr>
            <p:cNvPr id="1770" name="Freeform 18"/>
            <p:cNvSpPr/>
            <p:nvPr/>
          </p:nvSpPr>
          <p:spPr>
            <a:xfrm>
              <a:off x="0" y="6240960"/>
              <a:ext cx="18287280" cy="548280"/>
            </a:xfrm>
            <a:custGeom>
              <a:avLst/>
              <a:gdLst/>
              <a:ahLst/>
              <a:rect l="l" t="t" r="r" b="b"/>
              <a:pathLst>
                <a:path w="24383391" h="731520">
                  <a:moveTo>
                    <a:pt x="0" y="0"/>
                  </a:moveTo>
                  <a:lnTo>
                    <a:pt x="24383391" y="0"/>
                  </a:lnTo>
                  <a:lnTo>
                    <a:pt x="24383391" y="731520"/>
                  </a:lnTo>
                  <a:lnTo>
                    <a:pt x="0" y="731520"/>
                  </a:lnTo>
                  <a:close/>
                </a:path>
              </a:pathLst>
            </a:custGeom>
            <a:blipFill rotWithShape="0">
              <a:blip r:embed="rId4">
                <a:alphaModFix amt="0"/>
              </a:blip>
              <a:srcRect/>
              <a:stretch/>
            </a:blipFill>
            <a:ln w="0">
              <a:noFill/>
            </a:ln>
          </p:spPr>
          <p:style>
            <a:lnRef idx="0"/>
            <a:fillRef idx="0"/>
            <a:effectRef idx="0"/>
            <a:fontRef idx="minor"/>
          </p:style>
        </p:sp>
        <p:sp>
          <p:nvSpPr>
            <p:cNvPr id="1771" name="TextBox 19"/>
            <p:cNvSpPr/>
            <p:nvPr/>
          </p:nvSpPr>
          <p:spPr>
            <a:xfrm>
              <a:off x="0" y="6204960"/>
              <a:ext cx="18287280" cy="583920"/>
            </a:xfrm>
            <a:prstGeom prst="rect">
              <a:avLst/>
            </a:prstGeom>
            <a:noFill/>
            <a:ln w="0">
              <a:noFill/>
            </a:ln>
          </p:spPr>
          <p:style>
            <a:lnRef idx="0"/>
            <a:fillRef idx="0"/>
            <a:effectRef idx="0"/>
            <a:fontRef idx="minor"/>
          </p:style>
          <p:txBody>
            <a:bodyPr lIns="0" rIns="0" tIns="0" bIns="0" anchor="ctr" vert="horz">
              <a:noAutofit/>
            </a:bodyPr>
            <a:p>
              <a:pPr algn="ctr">
                <a:lnSpc>
                  <a:spcPts val="2341"/>
                </a:lnSpc>
                <a:buNone/>
              </a:pPr>
              <a:r>
                <a:rPr b="1" lang="en-US" sz="1950" spc="-1" strike="noStrike">
                  <a:solidFill>
                    <a:srgbClr val="7662f5"/>
                  </a:solidFill>
                  <a:latin typeface="Calibri (MS) Bold"/>
                  <a:ea typeface="Calibri (MS) Bold"/>
                </a:rPr>
                <a:t>CÂU HỎI &amp; THẢO LUẬN</a:t>
              </a:r>
              <a:endParaRPr b="0" lang="vi-VN" sz="1950" spc="-1" strike="noStrike">
                <a:latin typeface="Noto Sans CJK SC"/>
              </a:endParaRPr>
            </a:p>
          </p:txBody>
        </p:sp>
      </p:grpSp>
    </p:spTree>
  </p:cSld>
  <p:transition>
    <p:wipe dir="l"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            </a:schemeClr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</TotalTime>
  <Application>LibreOfficeDev/7.3.1.3.0$Android_AARCH64 LibreOffice_project/</Application>
  <AppVersion>15.0000</AppVersion>
  <Words>0</Words>
  <Paragraphs>0</Paragraph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2006-08-16T00:00:00Z</dcterms:created>
  <dc:creator/>
  <dc:description/>
  <dc:identifier>DAHTUDnzNvU</dc:identifier>
  <dc:language>vi-VN</dc:language>
  <cp:lastModifiedBy/>
  <dcterms:modified xsi:type="dcterms:W3CDTF">2026-08-27T08:30:55Z</dcterms:modified>
  <cp:revision>2</cp:revision>
  <dc:subject/>
  <dc:title>Bài thuyết trình Báo cáo kinh doanh thường niên Màu trắng tím nhạt và xanh lam phong cách hình học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PresentationFormat">
    <vt:lpwstr>On-screen Show (4:3)</vt:lpwstr>
  </property>
</Properties>
</file>